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7" r:id="rId2"/>
    <p:sldId id="258" r:id="rId3"/>
    <p:sldId id="261" r:id="rId4"/>
    <p:sldId id="353" r:id="rId5"/>
    <p:sldId id="263" r:id="rId6"/>
    <p:sldId id="332" r:id="rId7"/>
    <p:sldId id="351" r:id="rId8"/>
    <p:sldId id="266" r:id="rId9"/>
    <p:sldId id="267" r:id="rId10"/>
    <p:sldId id="268" r:id="rId11"/>
    <p:sldId id="269" r:id="rId12"/>
    <p:sldId id="272" r:id="rId13"/>
    <p:sldId id="270" r:id="rId14"/>
    <p:sldId id="324" r:id="rId15"/>
    <p:sldId id="333" r:id="rId16"/>
    <p:sldId id="334" r:id="rId17"/>
    <p:sldId id="273" r:id="rId18"/>
    <p:sldId id="274" r:id="rId19"/>
    <p:sldId id="338" r:id="rId20"/>
    <p:sldId id="345" r:id="rId21"/>
    <p:sldId id="341" r:id="rId22"/>
    <p:sldId id="292" r:id="rId23"/>
    <p:sldId id="295" r:id="rId24"/>
    <p:sldId id="296" r:id="rId25"/>
    <p:sldId id="294" r:id="rId26"/>
    <p:sldId id="283" r:id="rId27"/>
    <p:sldId id="302" r:id="rId28"/>
    <p:sldId id="303" r:id="rId29"/>
    <p:sldId id="304" r:id="rId30"/>
    <p:sldId id="305" r:id="rId31"/>
    <p:sldId id="306" r:id="rId32"/>
    <p:sldId id="347" r:id="rId33"/>
    <p:sldId id="348" r:id="rId34"/>
    <p:sldId id="349" r:id="rId35"/>
    <p:sldId id="317" r:id="rId36"/>
    <p:sldId id="343" r:id="rId37"/>
    <p:sldId id="346" r:id="rId38"/>
    <p:sldId id="350" r:id="rId39"/>
    <p:sldId id="312" r:id="rId40"/>
    <p:sldId id="313" r:id="rId41"/>
    <p:sldId id="315" r:id="rId42"/>
    <p:sldId id="316" r:id="rId43"/>
    <p:sldId id="297" r:id="rId44"/>
    <p:sldId id="307" r:id="rId45"/>
    <p:sldId id="308" r:id="rId46"/>
    <p:sldId id="309" r:id="rId47"/>
    <p:sldId id="310" r:id="rId48"/>
    <p:sldId id="311" r:id="rId49"/>
    <p:sldId id="318" r:id="rId50"/>
    <p:sldId id="319" r:id="rId51"/>
    <p:sldId id="344" r:id="rId52"/>
    <p:sldId id="328" r:id="rId53"/>
    <p:sldId id="352" r:id="rId54"/>
    <p:sldId id="320" r:id="rId55"/>
    <p:sldId id="321" r:id="rId56"/>
    <p:sldId id="322" r:id="rId57"/>
    <p:sldId id="326" r:id="rId5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6CB3DC-E4F5-45AC-947A-6EEC002130E3}" v="1585" dt="2026-04-27T08:55:57.930"/>
    <p1510:client id="{B4DB0AFD-D78D-4461-A14A-E11C62FEE46F}" v="8863" dt="2026-04-27T10:17:46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239" autoAdjust="0"/>
  </p:normalViewPr>
  <p:slideViewPr>
    <p:cSldViewPr snapToGrid="0">
      <p:cViewPr varScale="1">
        <p:scale>
          <a:sx n="80" d="100"/>
          <a:sy n="80" d="100"/>
        </p:scale>
        <p:origin x="5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RGIO PASSARELLA" userId="bfeac1b3-1cff-4ff5-b0aa-23ef999eed93" providerId="ADAL" clId="{A3BCBB7A-E98B-4D1E-AA6A-A717C7AEF4D6}"/>
    <pc:docChg chg="undo custSel addSld delSld modSld sldOrd">
      <pc:chgData name="GIORGIO PASSARELLA" userId="bfeac1b3-1cff-4ff5-b0aa-23ef999eed93" providerId="ADAL" clId="{A3BCBB7A-E98B-4D1E-AA6A-A717C7AEF4D6}" dt="2026-04-27T08:55:57.930" v="2568"/>
      <pc:docMkLst>
        <pc:docMk/>
      </pc:docMkLst>
      <pc:sldChg chg="modNotesTx">
        <pc:chgData name="GIORGIO PASSARELLA" userId="bfeac1b3-1cff-4ff5-b0aa-23ef999eed93" providerId="ADAL" clId="{A3BCBB7A-E98B-4D1E-AA6A-A717C7AEF4D6}" dt="2026-04-24T09:23:37.072" v="757" actId="20577"/>
        <pc:sldMkLst>
          <pc:docMk/>
          <pc:sldMk cId="3814963929" sldId="257"/>
        </pc:sldMkLst>
      </pc:sldChg>
      <pc:sldChg chg="modSp mod">
        <pc:chgData name="GIORGIO PASSARELLA" userId="bfeac1b3-1cff-4ff5-b0aa-23ef999eed93" providerId="ADAL" clId="{A3BCBB7A-E98B-4D1E-AA6A-A717C7AEF4D6}" dt="2026-04-23T17:37:40.172" v="615" actId="20577"/>
        <pc:sldMkLst>
          <pc:docMk/>
          <pc:sldMk cId="1935735427" sldId="261"/>
        </pc:sldMkLst>
        <pc:graphicFrameChg chg="mod modGraphic">
          <ac:chgData name="GIORGIO PASSARELLA" userId="bfeac1b3-1cff-4ff5-b0aa-23ef999eed93" providerId="ADAL" clId="{A3BCBB7A-E98B-4D1E-AA6A-A717C7AEF4D6}" dt="2026-04-23T17:37:40.172" v="615" actId="20577"/>
          <ac:graphicFrameMkLst>
            <pc:docMk/>
            <pc:sldMk cId="1935735427" sldId="261"/>
            <ac:graphicFrameMk id="3" creationId="{6FA51ED1-06BF-073D-834E-9DB2BA7E994A}"/>
          </ac:graphicFrameMkLst>
        </pc:graphicFrameChg>
      </pc:sldChg>
      <pc:sldChg chg="modNotesTx">
        <pc:chgData name="GIORGIO PASSARELLA" userId="bfeac1b3-1cff-4ff5-b0aa-23ef999eed93" providerId="ADAL" clId="{A3BCBB7A-E98B-4D1E-AA6A-A717C7AEF4D6}" dt="2026-04-24T10:13:49.451" v="803" actId="20577"/>
        <pc:sldMkLst>
          <pc:docMk/>
          <pc:sldMk cId="1673822511" sldId="268"/>
        </pc:sldMkLst>
      </pc:sldChg>
      <pc:sldChg chg="modNotesTx">
        <pc:chgData name="GIORGIO PASSARELLA" userId="bfeac1b3-1cff-4ff5-b0aa-23ef999eed93" providerId="ADAL" clId="{A3BCBB7A-E98B-4D1E-AA6A-A717C7AEF4D6}" dt="2026-04-24T16:51:36.756" v="902" actId="20577"/>
        <pc:sldMkLst>
          <pc:docMk/>
          <pc:sldMk cId="3725578616" sldId="269"/>
        </pc:sldMkLst>
      </pc:sldChg>
      <pc:sldChg chg="modNotesTx">
        <pc:chgData name="GIORGIO PASSARELLA" userId="bfeac1b3-1cff-4ff5-b0aa-23ef999eed93" providerId="ADAL" clId="{A3BCBB7A-E98B-4D1E-AA6A-A717C7AEF4D6}" dt="2026-04-26T09:39:21.247" v="2203" actId="5793"/>
        <pc:sldMkLst>
          <pc:docMk/>
          <pc:sldMk cId="3104041997" sldId="273"/>
        </pc:sldMkLst>
      </pc:sldChg>
      <pc:sldChg chg="modSp add mod">
        <pc:chgData name="GIORGIO PASSARELLA" userId="bfeac1b3-1cff-4ff5-b0aa-23ef999eed93" providerId="ADAL" clId="{A3BCBB7A-E98B-4D1E-AA6A-A717C7AEF4D6}" dt="2026-04-22T18:44:07.709" v="5" actId="20577"/>
        <pc:sldMkLst>
          <pc:docMk/>
          <pc:sldMk cId="1131352546" sldId="297"/>
        </pc:sldMkLst>
        <pc:spChg chg="mod">
          <ac:chgData name="GIORGIO PASSARELLA" userId="bfeac1b3-1cff-4ff5-b0aa-23ef999eed93" providerId="ADAL" clId="{A3BCBB7A-E98B-4D1E-AA6A-A717C7AEF4D6}" dt="2026-04-22T18:44:07.709" v="5" actId="20577"/>
          <ac:spMkLst>
            <pc:docMk/>
            <pc:sldMk cId="1131352546" sldId="297"/>
            <ac:spMk id="2" creationId="{CB707246-97EF-7023-888B-7570AF26A781}"/>
          </ac:spMkLst>
        </pc:spChg>
      </pc:sldChg>
      <pc:sldChg chg="addSp delSp modSp add mod">
        <pc:chgData name="GIORGIO PASSARELLA" userId="bfeac1b3-1cff-4ff5-b0aa-23ef999eed93" providerId="ADAL" clId="{A3BCBB7A-E98B-4D1E-AA6A-A717C7AEF4D6}" dt="2026-04-22T18:59:49.296" v="30" actId="26606"/>
        <pc:sldMkLst>
          <pc:docMk/>
          <pc:sldMk cId="2187909618" sldId="302"/>
        </pc:sldMkLst>
        <pc:spChg chg="add">
          <ac:chgData name="GIORGIO PASSARELLA" userId="bfeac1b3-1cff-4ff5-b0aa-23ef999eed93" providerId="ADAL" clId="{A3BCBB7A-E98B-4D1E-AA6A-A717C7AEF4D6}" dt="2026-04-22T18:59:49.296" v="30" actId="26606"/>
          <ac:spMkLst>
            <pc:docMk/>
            <pc:sldMk cId="2187909618" sldId="302"/>
            <ac:spMk id="34" creationId="{A8384FB5-9ADC-4DDC-881B-597D56F5B15D}"/>
          </ac:spMkLst>
        </pc:spChg>
        <pc:spChg chg="add">
          <ac:chgData name="GIORGIO PASSARELLA" userId="bfeac1b3-1cff-4ff5-b0aa-23ef999eed93" providerId="ADAL" clId="{A3BCBB7A-E98B-4D1E-AA6A-A717C7AEF4D6}" dt="2026-04-22T18:59:49.296" v="30" actId="26606"/>
          <ac:spMkLst>
            <pc:docMk/>
            <pc:sldMk cId="2187909618" sldId="302"/>
            <ac:spMk id="36" creationId="{91E5A9A7-95C6-4F4F-B00E-C82E07FE62EF}"/>
          </ac:spMkLst>
        </pc:spChg>
        <pc:spChg chg="add">
          <ac:chgData name="GIORGIO PASSARELLA" userId="bfeac1b3-1cff-4ff5-b0aa-23ef999eed93" providerId="ADAL" clId="{A3BCBB7A-E98B-4D1E-AA6A-A717C7AEF4D6}" dt="2026-04-22T18:59:49.296" v="30" actId="26606"/>
          <ac:spMkLst>
            <pc:docMk/>
            <pc:sldMk cId="2187909618" sldId="302"/>
            <ac:spMk id="40" creationId="{85149191-5F60-4A28-AAFF-039F96B0F3EC}"/>
          </ac:spMkLst>
        </pc:spChg>
        <pc:spChg chg="add">
          <ac:chgData name="GIORGIO PASSARELLA" userId="bfeac1b3-1cff-4ff5-b0aa-23ef999eed93" providerId="ADAL" clId="{A3BCBB7A-E98B-4D1E-AA6A-A717C7AEF4D6}" dt="2026-04-22T18:59:49.296" v="30" actId="26606"/>
          <ac:spMkLst>
            <pc:docMk/>
            <pc:sldMk cId="2187909618" sldId="302"/>
            <ac:spMk id="42" creationId="{F8260ED5-17F7-4158-B241-D51DD4CF1B7E}"/>
          </ac:spMkLst>
        </pc:spChg>
      </pc:sldChg>
      <pc:sldChg chg="addSp delSp modSp add mod modNotesTx">
        <pc:chgData name="GIORGIO PASSARELLA" userId="bfeac1b3-1cff-4ff5-b0aa-23ef999eed93" providerId="ADAL" clId="{A3BCBB7A-E98B-4D1E-AA6A-A717C7AEF4D6}" dt="2026-04-26T14:24:50.852" v="2473" actId="113"/>
        <pc:sldMkLst>
          <pc:docMk/>
          <pc:sldMk cId="1603067336" sldId="303"/>
        </pc:sldMkLst>
        <pc:picChg chg="add mod ord">
          <ac:chgData name="GIORGIO PASSARELLA" userId="bfeac1b3-1cff-4ff5-b0aa-23ef999eed93" providerId="ADAL" clId="{A3BCBB7A-E98B-4D1E-AA6A-A717C7AEF4D6}" dt="2026-04-22T18:58:58.720" v="24" actId="14100"/>
          <ac:picMkLst>
            <pc:docMk/>
            <pc:sldMk cId="1603067336" sldId="303"/>
            <ac:picMk id="7" creationId="{D77D3B2F-CB47-8397-3BA0-1A26D1350A69}"/>
          </ac:picMkLst>
        </pc:picChg>
      </pc:sldChg>
      <pc:sldChg chg="addSp delSp modSp add mod modNotesTx">
        <pc:chgData name="GIORGIO PASSARELLA" userId="bfeac1b3-1cff-4ff5-b0aa-23ef999eed93" providerId="ADAL" clId="{A3BCBB7A-E98B-4D1E-AA6A-A717C7AEF4D6}" dt="2026-04-26T16:59:01.218" v="2549" actId="20577"/>
        <pc:sldMkLst>
          <pc:docMk/>
          <pc:sldMk cId="1364818632" sldId="304"/>
        </pc:sldMkLst>
        <pc:spChg chg="add">
          <ac:chgData name="GIORGIO PASSARELLA" userId="bfeac1b3-1cff-4ff5-b0aa-23ef999eed93" providerId="ADAL" clId="{A3BCBB7A-E98B-4D1E-AA6A-A717C7AEF4D6}" dt="2026-04-22T18:59:54.856" v="31" actId="26606"/>
          <ac:spMkLst>
            <pc:docMk/>
            <pc:sldMk cId="1364818632" sldId="304"/>
            <ac:spMk id="38" creationId="{A8384FB5-9ADC-4DDC-881B-597D56F5B15D}"/>
          </ac:spMkLst>
        </pc:spChg>
        <pc:spChg chg="add">
          <ac:chgData name="GIORGIO PASSARELLA" userId="bfeac1b3-1cff-4ff5-b0aa-23ef999eed93" providerId="ADAL" clId="{A3BCBB7A-E98B-4D1E-AA6A-A717C7AEF4D6}" dt="2026-04-22T18:59:54.856" v="31" actId="26606"/>
          <ac:spMkLst>
            <pc:docMk/>
            <pc:sldMk cId="1364818632" sldId="304"/>
            <ac:spMk id="40" creationId="{91E5A9A7-95C6-4F4F-B00E-C82E07FE62EF}"/>
          </ac:spMkLst>
        </pc:spChg>
        <pc:spChg chg="add">
          <ac:chgData name="GIORGIO PASSARELLA" userId="bfeac1b3-1cff-4ff5-b0aa-23ef999eed93" providerId="ADAL" clId="{A3BCBB7A-E98B-4D1E-AA6A-A717C7AEF4D6}" dt="2026-04-22T18:59:54.856" v="31" actId="26606"/>
          <ac:spMkLst>
            <pc:docMk/>
            <pc:sldMk cId="1364818632" sldId="304"/>
            <ac:spMk id="42" creationId="{D07DD2DE-F619-49DD-B5E7-03A290FF4ED1}"/>
          </ac:spMkLst>
        </pc:spChg>
        <pc:spChg chg="add">
          <ac:chgData name="GIORGIO PASSARELLA" userId="bfeac1b3-1cff-4ff5-b0aa-23ef999eed93" providerId="ADAL" clId="{A3BCBB7A-E98B-4D1E-AA6A-A717C7AEF4D6}" dt="2026-04-22T18:59:54.856" v="31" actId="26606"/>
          <ac:spMkLst>
            <pc:docMk/>
            <pc:sldMk cId="1364818632" sldId="304"/>
            <ac:spMk id="44" creationId="{85149191-5F60-4A28-AAFF-039F96B0F3EC}"/>
          </ac:spMkLst>
        </pc:spChg>
        <pc:spChg chg="add">
          <ac:chgData name="GIORGIO PASSARELLA" userId="bfeac1b3-1cff-4ff5-b0aa-23ef999eed93" providerId="ADAL" clId="{A3BCBB7A-E98B-4D1E-AA6A-A717C7AEF4D6}" dt="2026-04-22T18:59:54.856" v="31" actId="26606"/>
          <ac:spMkLst>
            <pc:docMk/>
            <pc:sldMk cId="1364818632" sldId="304"/>
            <ac:spMk id="46" creationId="{F8260ED5-17F7-4158-B241-D51DD4CF1B7E}"/>
          </ac:spMkLst>
        </pc:spChg>
        <pc:picChg chg="add mod ord">
          <ac:chgData name="GIORGIO PASSARELLA" userId="bfeac1b3-1cff-4ff5-b0aa-23ef999eed93" providerId="ADAL" clId="{A3BCBB7A-E98B-4D1E-AA6A-A717C7AEF4D6}" dt="2026-04-22T18:59:59.742" v="33" actId="1076"/>
          <ac:picMkLst>
            <pc:docMk/>
            <pc:sldMk cId="1364818632" sldId="304"/>
            <ac:picMk id="7" creationId="{CBD11D6A-C191-D452-FAC9-B6B929A86569}"/>
          </ac:picMkLst>
        </pc:picChg>
      </pc:sldChg>
      <pc:sldChg chg="addSp delSp modSp add mod">
        <pc:chgData name="GIORGIO PASSARELLA" userId="bfeac1b3-1cff-4ff5-b0aa-23ef999eed93" providerId="ADAL" clId="{A3BCBB7A-E98B-4D1E-AA6A-A717C7AEF4D6}" dt="2026-04-22T18:58:41.558" v="20" actId="931"/>
        <pc:sldMkLst>
          <pc:docMk/>
          <pc:sldMk cId="365002926" sldId="305"/>
        </pc:sldMkLst>
        <pc:picChg chg="add mod ord">
          <ac:chgData name="GIORGIO PASSARELLA" userId="bfeac1b3-1cff-4ff5-b0aa-23ef999eed93" providerId="ADAL" clId="{A3BCBB7A-E98B-4D1E-AA6A-A717C7AEF4D6}" dt="2026-04-22T18:58:41.558" v="20" actId="931"/>
          <ac:picMkLst>
            <pc:docMk/>
            <pc:sldMk cId="365002926" sldId="305"/>
            <ac:picMk id="7" creationId="{9877EFB6-2637-8EE6-7381-F9BDB3232A30}"/>
          </ac:picMkLst>
        </pc:picChg>
      </pc:sldChg>
      <pc:sldChg chg="addSp delSp modSp add mod">
        <pc:chgData name="GIORGIO PASSARELLA" userId="bfeac1b3-1cff-4ff5-b0aa-23ef999eed93" providerId="ADAL" clId="{A3BCBB7A-E98B-4D1E-AA6A-A717C7AEF4D6}" dt="2026-04-22T19:00:07.527" v="35" actId="1076"/>
        <pc:sldMkLst>
          <pc:docMk/>
          <pc:sldMk cId="2880379337" sldId="306"/>
        </pc:sldMkLst>
        <pc:picChg chg="add mod ord">
          <ac:chgData name="GIORGIO PASSARELLA" userId="bfeac1b3-1cff-4ff5-b0aa-23ef999eed93" providerId="ADAL" clId="{A3BCBB7A-E98B-4D1E-AA6A-A717C7AEF4D6}" dt="2026-04-22T19:00:07.527" v="35" actId="1076"/>
          <ac:picMkLst>
            <pc:docMk/>
            <pc:sldMk cId="2880379337" sldId="306"/>
            <ac:picMk id="7" creationId="{516950F9-E76C-1E48-6669-8D3C8886A6DD}"/>
          </ac:picMkLst>
        </pc:picChg>
      </pc:sldChg>
      <pc:sldChg chg="addSp modSp add mod">
        <pc:chgData name="GIORGIO PASSARELLA" userId="bfeac1b3-1cff-4ff5-b0aa-23ef999eed93" providerId="ADAL" clId="{A3BCBB7A-E98B-4D1E-AA6A-A717C7AEF4D6}" dt="2026-04-22T19:01:39.813" v="184" actId="20577"/>
        <pc:sldMkLst>
          <pc:docMk/>
          <pc:sldMk cId="2318729552" sldId="307"/>
        </pc:sldMkLst>
      </pc:sldChg>
      <pc:sldChg chg="addSp delSp modSp add mod modNotesTx">
        <pc:chgData name="GIORGIO PASSARELLA" userId="bfeac1b3-1cff-4ff5-b0aa-23ef999eed93" providerId="ADAL" clId="{A3BCBB7A-E98B-4D1E-AA6A-A717C7AEF4D6}" dt="2026-04-26T19:57:57.442" v="2556" actId="1076"/>
        <pc:sldMkLst>
          <pc:docMk/>
          <pc:sldMk cId="2461246106" sldId="308"/>
        </pc:sldMkLst>
        <pc:spChg chg="add del mod">
          <ac:chgData name="GIORGIO PASSARELLA" userId="bfeac1b3-1cff-4ff5-b0aa-23ef999eed93" providerId="ADAL" clId="{A3BCBB7A-E98B-4D1E-AA6A-A717C7AEF4D6}" dt="2026-04-26T19:57:42.558" v="2551" actId="931"/>
          <ac:spMkLst>
            <pc:docMk/>
            <pc:sldMk cId="2461246106" sldId="308"/>
            <ac:spMk id="4" creationId="{A9147989-2337-D37D-940A-11BE83189D5D}"/>
          </ac:spMkLst>
        </pc:spChg>
        <pc:spChg chg="add">
          <ac:chgData name="GIORGIO PASSARELLA" userId="bfeac1b3-1cff-4ff5-b0aa-23ef999eed93" providerId="ADAL" clId="{A3BCBB7A-E98B-4D1E-AA6A-A717C7AEF4D6}" dt="2026-04-22T19:02:41.219" v="192" actId="26606"/>
          <ac:spMkLst>
            <pc:docMk/>
            <pc:sldMk cId="2461246106" sldId="308"/>
            <ac:spMk id="55" creationId="{A8384FB5-9ADC-4DDC-881B-597D56F5B15D}"/>
          </ac:spMkLst>
        </pc:spChg>
        <pc:spChg chg="add">
          <ac:chgData name="GIORGIO PASSARELLA" userId="bfeac1b3-1cff-4ff5-b0aa-23ef999eed93" providerId="ADAL" clId="{A3BCBB7A-E98B-4D1E-AA6A-A717C7AEF4D6}" dt="2026-04-22T19:02:41.219" v="192" actId="26606"/>
          <ac:spMkLst>
            <pc:docMk/>
            <pc:sldMk cId="2461246106" sldId="308"/>
            <ac:spMk id="57" creationId="{91E5A9A7-95C6-4F4F-B00E-C82E07FE62EF}"/>
          </ac:spMkLst>
        </pc:spChg>
        <pc:spChg chg="add">
          <ac:chgData name="GIORGIO PASSARELLA" userId="bfeac1b3-1cff-4ff5-b0aa-23ef999eed93" providerId="ADAL" clId="{A3BCBB7A-E98B-4D1E-AA6A-A717C7AEF4D6}" dt="2026-04-22T19:02:41.219" v="192" actId="26606"/>
          <ac:spMkLst>
            <pc:docMk/>
            <pc:sldMk cId="2461246106" sldId="308"/>
            <ac:spMk id="59" creationId="{D07DD2DE-F619-49DD-B5E7-03A290FF4ED1}"/>
          </ac:spMkLst>
        </pc:spChg>
        <pc:spChg chg="add">
          <ac:chgData name="GIORGIO PASSARELLA" userId="bfeac1b3-1cff-4ff5-b0aa-23ef999eed93" providerId="ADAL" clId="{A3BCBB7A-E98B-4D1E-AA6A-A717C7AEF4D6}" dt="2026-04-22T19:02:41.219" v="192" actId="26606"/>
          <ac:spMkLst>
            <pc:docMk/>
            <pc:sldMk cId="2461246106" sldId="308"/>
            <ac:spMk id="61" creationId="{85149191-5F60-4A28-AAFF-039F96B0F3EC}"/>
          </ac:spMkLst>
        </pc:spChg>
        <pc:spChg chg="add">
          <ac:chgData name="GIORGIO PASSARELLA" userId="bfeac1b3-1cff-4ff5-b0aa-23ef999eed93" providerId="ADAL" clId="{A3BCBB7A-E98B-4D1E-AA6A-A717C7AEF4D6}" dt="2026-04-22T19:02:41.219" v="192" actId="26606"/>
          <ac:spMkLst>
            <pc:docMk/>
            <pc:sldMk cId="2461246106" sldId="308"/>
            <ac:spMk id="63" creationId="{F8260ED5-17F7-4158-B241-D51DD4CF1B7E}"/>
          </ac:spMkLst>
        </pc:spChg>
        <pc:picChg chg="add del mod ord">
          <ac:chgData name="GIORGIO PASSARELLA" userId="bfeac1b3-1cff-4ff5-b0aa-23ef999eed93" providerId="ADAL" clId="{A3BCBB7A-E98B-4D1E-AA6A-A717C7AEF4D6}" dt="2026-04-26T19:57:34.235" v="2550" actId="478"/>
          <ac:picMkLst>
            <pc:docMk/>
            <pc:sldMk cId="2461246106" sldId="308"/>
            <ac:picMk id="5" creationId="{4D06B9A2-668F-1FDD-DC86-D9D8ADEE150F}"/>
          </ac:picMkLst>
        </pc:picChg>
        <pc:picChg chg="add mod ord">
          <ac:chgData name="GIORGIO PASSARELLA" userId="bfeac1b3-1cff-4ff5-b0aa-23ef999eed93" providerId="ADAL" clId="{A3BCBB7A-E98B-4D1E-AA6A-A717C7AEF4D6}" dt="2026-04-26T19:57:57.442" v="2556" actId="1076"/>
          <ac:picMkLst>
            <pc:docMk/>
            <pc:sldMk cId="2461246106" sldId="308"/>
            <ac:picMk id="7" creationId="{97A4EF9A-466A-EB91-15EE-1946355B5A47}"/>
          </ac:picMkLst>
        </pc:picChg>
      </pc:sldChg>
      <pc:sldChg chg="addSp delSp modSp add mod">
        <pc:chgData name="GIORGIO PASSARELLA" userId="bfeac1b3-1cff-4ff5-b0aa-23ef999eed93" providerId="ADAL" clId="{A3BCBB7A-E98B-4D1E-AA6A-A717C7AEF4D6}" dt="2026-04-22T19:02:14.293" v="189" actId="14100"/>
        <pc:sldMkLst>
          <pc:docMk/>
          <pc:sldMk cId="2774109432" sldId="309"/>
        </pc:sldMkLst>
        <pc:picChg chg="add mod ord">
          <ac:chgData name="GIORGIO PASSARELLA" userId="bfeac1b3-1cff-4ff5-b0aa-23ef999eed93" providerId="ADAL" clId="{A3BCBB7A-E98B-4D1E-AA6A-A717C7AEF4D6}" dt="2026-04-22T19:02:14.293" v="189" actId="14100"/>
          <ac:picMkLst>
            <pc:docMk/>
            <pc:sldMk cId="2774109432" sldId="309"/>
            <ac:picMk id="5" creationId="{C4362767-B9D7-E9C0-CBFF-0770F2FE3ED5}"/>
          </ac:picMkLst>
        </pc:picChg>
      </pc:sldChg>
      <pc:sldChg chg="addSp delSp modSp add mod">
        <pc:chgData name="GIORGIO PASSARELLA" userId="bfeac1b3-1cff-4ff5-b0aa-23ef999eed93" providerId="ADAL" clId="{A3BCBB7A-E98B-4D1E-AA6A-A717C7AEF4D6}" dt="2026-04-22T19:02:28.002" v="190" actId="931"/>
        <pc:sldMkLst>
          <pc:docMk/>
          <pc:sldMk cId="19224922" sldId="310"/>
        </pc:sldMkLst>
        <pc:picChg chg="add mod ord">
          <ac:chgData name="GIORGIO PASSARELLA" userId="bfeac1b3-1cff-4ff5-b0aa-23ef999eed93" providerId="ADAL" clId="{A3BCBB7A-E98B-4D1E-AA6A-A717C7AEF4D6}" dt="2026-04-22T19:02:28.002" v="190" actId="931"/>
          <ac:picMkLst>
            <pc:docMk/>
            <pc:sldMk cId="19224922" sldId="310"/>
            <ac:picMk id="5" creationId="{642DD717-3F39-5571-125E-DC7DB7AD97AF}"/>
          </ac:picMkLst>
        </pc:picChg>
      </pc:sldChg>
      <pc:sldChg chg="addSp delSp modSp add mod">
        <pc:chgData name="GIORGIO PASSARELLA" userId="bfeac1b3-1cff-4ff5-b0aa-23ef999eed93" providerId="ADAL" clId="{A3BCBB7A-E98B-4D1E-AA6A-A717C7AEF4D6}" dt="2026-04-22T19:02:35.072" v="191" actId="931"/>
        <pc:sldMkLst>
          <pc:docMk/>
          <pc:sldMk cId="1897520346" sldId="311"/>
        </pc:sldMkLst>
        <pc:picChg chg="add mod ord">
          <ac:chgData name="GIORGIO PASSARELLA" userId="bfeac1b3-1cff-4ff5-b0aa-23ef999eed93" providerId="ADAL" clId="{A3BCBB7A-E98B-4D1E-AA6A-A717C7AEF4D6}" dt="2026-04-22T19:02:35.072" v="191" actId="931"/>
          <ac:picMkLst>
            <pc:docMk/>
            <pc:sldMk cId="1897520346" sldId="311"/>
            <ac:picMk id="5" creationId="{06E3AB6A-E713-1DC1-3B18-C1BB4AFF07C9}"/>
          </ac:picMkLst>
        </pc:picChg>
      </pc:sldChg>
      <pc:sldChg chg="addSp delSp modSp add mod modNotesTx">
        <pc:chgData name="GIORGIO PASSARELLA" userId="bfeac1b3-1cff-4ff5-b0aa-23ef999eed93" providerId="ADAL" clId="{A3BCBB7A-E98B-4D1E-AA6A-A717C7AEF4D6}" dt="2026-04-26T09:41:18.855" v="2225" actId="20577"/>
        <pc:sldMkLst>
          <pc:docMk/>
          <pc:sldMk cId="2364346447" sldId="317"/>
        </pc:sldMkLst>
        <pc:picChg chg="add mod ord modCrop">
          <ac:chgData name="GIORGIO PASSARELLA" userId="bfeac1b3-1cff-4ff5-b0aa-23ef999eed93" providerId="ADAL" clId="{A3BCBB7A-E98B-4D1E-AA6A-A717C7AEF4D6}" dt="2026-04-23T12:14:40.586" v="219" actId="732"/>
          <ac:picMkLst>
            <pc:docMk/>
            <pc:sldMk cId="2364346447" sldId="317"/>
            <ac:picMk id="9" creationId="{C2A1B24B-2F7D-879E-8CA9-26A06424F65C}"/>
          </ac:picMkLst>
        </pc:picChg>
        <pc:picChg chg="add mod">
          <ac:chgData name="GIORGIO PASSARELLA" userId="bfeac1b3-1cff-4ff5-b0aa-23ef999eed93" providerId="ADAL" clId="{A3BCBB7A-E98B-4D1E-AA6A-A717C7AEF4D6}" dt="2026-04-23T12:14:16.857" v="213" actId="1076"/>
          <ac:picMkLst>
            <pc:docMk/>
            <pc:sldMk cId="2364346447" sldId="317"/>
            <ac:picMk id="15" creationId="{6C2F8F1D-1289-96AC-675C-2EABD5D68A91}"/>
          </ac:picMkLst>
        </pc:picChg>
        <pc:picChg chg="add mod modCrop">
          <ac:chgData name="GIORGIO PASSARELLA" userId="bfeac1b3-1cff-4ff5-b0aa-23ef999eed93" providerId="ADAL" clId="{A3BCBB7A-E98B-4D1E-AA6A-A717C7AEF4D6}" dt="2026-04-23T12:18:10.548" v="261" actId="14100"/>
          <ac:picMkLst>
            <pc:docMk/>
            <pc:sldMk cId="2364346447" sldId="317"/>
            <ac:picMk id="19" creationId="{9B50E133-87A9-3597-F87D-BE6E96B7C6E4}"/>
          </ac:picMkLst>
        </pc:picChg>
      </pc:sldChg>
      <pc:sldChg chg="addSp delSp modSp add mod modNotesTx">
        <pc:chgData name="GIORGIO PASSARELLA" userId="bfeac1b3-1cff-4ff5-b0aa-23ef999eed93" providerId="ADAL" clId="{A3BCBB7A-E98B-4D1E-AA6A-A717C7AEF4D6}" dt="2026-04-26T15:19:23.631" v="2548" actId="20577"/>
        <pc:sldMkLst>
          <pc:docMk/>
          <pc:sldMk cId="4274277507" sldId="318"/>
        </pc:sldMkLst>
        <pc:spChg chg="mod">
          <ac:chgData name="GIORGIO PASSARELLA" userId="bfeac1b3-1cff-4ff5-b0aa-23ef999eed93" providerId="ADAL" clId="{A3BCBB7A-E98B-4D1E-AA6A-A717C7AEF4D6}" dt="2026-04-23T12:15:16.517" v="222" actId="26606"/>
          <ac:spMkLst>
            <pc:docMk/>
            <pc:sldMk cId="4274277507" sldId="318"/>
            <ac:spMk id="2" creationId="{EA561866-308E-22DA-3B9A-CA3DBB3A4030}"/>
          </ac:spMkLst>
        </pc:spChg>
        <pc:spChg chg="add">
          <ac:chgData name="GIORGIO PASSARELLA" userId="bfeac1b3-1cff-4ff5-b0aa-23ef999eed93" providerId="ADAL" clId="{A3BCBB7A-E98B-4D1E-AA6A-A717C7AEF4D6}" dt="2026-04-23T12:15:16.517" v="222" actId="26606"/>
          <ac:spMkLst>
            <pc:docMk/>
            <pc:sldMk cId="4274277507" sldId="318"/>
            <ac:spMk id="25" creationId="{A8384FB5-9ADC-4DDC-881B-597D56F5B15D}"/>
          </ac:spMkLst>
        </pc:spChg>
        <pc:spChg chg="add">
          <ac:chgData name="GIORGIO PASSARELLA" userId="bfeac1b3-1cff-4ff5-b0aa-23ef999eed93" providerId="ADAL" clId="{A3BCBB7A-E98B-4D1E-AA6A-A717C7AEF4D6}" dt="2026-04-23T12:15:16.517" v="222" actId="26606"/>
          <ac:spMkLst>
            <pc:docMk/>
            <pc:sldMk cId="4274277507" sldId="318"/>
            <ac:spMk id="29" creationId="{D07DD2DE-F619-49DD-B5E7-03A290FF4ED1}"/>
          </ac:spMkLst>
        </pc:spChg>
        <pc:spChg chg="add">
          <ac:chgData name="GIORGIO PASSARELLA" userId="bfeac1b3-1cff-4ff5-b0aa-23ef999eed93" providerId="ADAL" clId="{A3BCBB7A-E98B-4D1E-AA6A-A717C7AEF4D6}" dt="2026-04-23T12:15:16.517" v="222" actId="26606"/>
          <ac:spMkLst>
            <pc:docMk/>
            <pc:sldMk cId="4274277507" sldId="318"/>
            <ac:spMk id="33" creationId="{F8260ED5-17F7-4158-B241-D51DD4CF1B7E}"/>
          </ac:spMkLst>
        </pc:spChg>
        <pc:picChg chg="add mod ord">
          <ac:chgData name="GIORGIO PASSARELLA" userId="bfeac1b3-1cff-4ff5-b0aa-23ef999eed93" providerId="ADAL" clId="{A3BCBB7A-E98B-4D1E-AA6A-A717C7AEF4D6}" dt="2026-04-23T12:15:13.648" v="221" actId="931"/>
          <ac:picMkLst>
            <pc:docMk/>
            <pc:sldMk cId="4274277507" sldId="318"/>
            <ac:picMk id="9" creationId="{298D0B0F-33EC-0270-0F70-11E059388B91}"/>
          </ac:picMkLst>
        </pc:picChg>
        <pc:picChg chg="add mod">
          <ac:chgData name="GIORGIO PASSARELLA" userId="bfeac1b3-1cff-4ff5-b0aa-23ef999eed93" providerId="ADAL" clId="{A3BCBB7A-E98B-4D1E-AA6A-A717C7AEF4D6}" dt="2026-04-23T12:17:45.556" v="257" actId="14100"/>
          <ac:picMkLst>
            <pc:docMk/>
            <pc:sldMk cId="4274277507" sldId="318"/>
            <ac:picMk id="15" creationId="{AC6ED8A0-FA68-6E45-7093-4118A55FE818}"/>
          </ac:picMkLst>
        </pc:picChg>
      </pc:sldChg>
      <pc:sldChg chg="addSp delSp modSp add mod modNotesTx">
        <pc:chgData name="GIORGIO PASSARELLA" userId="bfeac1b3-1cff-4ff5-b0aa-23ef999eed93" providerId="ADAL" clId="{A3BCBB7A-E98B-4D1E-AA6A-A717C7AEF4D6}" dt="2026-04-24T19:50:35.942" v="1057" actId="22"/>
        <pc:sldMkLst>
          <pc:docMk/>
          <pc:sldMk cId="1739097111" sldId="319"/>
        </pc:sldMkLst>
        <pc:picChg chg="add mod ord">
          <ac:chgData name="GIORGIO PASSARELLA" userId="bfeac1b3-1cff-4ff5-b0aa-23ef999eed93" providerId="ADAL" clId="{A3BCBB7A-E98B-4D1E-AA6A-A717C7AEF4D6}" dt="2026-04-23T12:16:47.441" v="245" actId="14100"/>
          <ac:picMkLst>
            <pc:docMk/>
            <pc:sldMk cId="1739097111" sldId="319"/>
            <ac:picMk id="6" creationId="{1D4348DC-B0E9-C127-A1CD-FAF098D63131}"/>
          </ac:picMkLst>
        </pc:picChg>
        <pc:picChg chg="add mod modCrop">
          <ac:chgData name="GIORGIO PASSARELLA" userId="bfeac1b3-1cff-4ff5-b0aa-23ef999eed93" providerId="ADAL" clId="{A3BCBB7A-E98B-4D1E-AA6A-A717C7AEF4D6}" dt="2026-04-23T12:17:24.108" v="253" actId="732"/>
          <ac:picMkLst>
            <pc:docMk/>
            <pc:sldMk cId="1739097111" sldId="319"/>
            <ac:picMk id="8" creationId="{68AF0655-EF4A-CBD6-F7BE-99C9FDEC525D}"/>
          </ac:picMkLst>
        </pc:picChg>
        <pc:picChg chg="add mod modCrop">
          <ac:chgData name="GIORGIO PASSARELLA" userId="bfeac1b3-1cff-4ff5-b0aa-23ef999eed93" providerId="ADAL" clId="{A3BCBB7A-E98B-4D1E-AA6A-A717C7AEF4D6}" dt="2026-04-23T12:17:19.989" v="252" actId="732"/>
          <ac:picMkLst>
            <pc:docMk/>
            <pc:sldMk cId="1739097111" sldId="319"/>
            <ac:picMk id="11" creationId="{0D573C36-AF1C-70ED-EBFA-AFD74E23D8AD}"/>
          </ac:picMkLst>
        </pc:picChg>
      </pc:sldChg>
      <pc:sldChg chg="addSp delSp modSp add del mod">
        <pc:chgData name="GIORGIO PASSARELLA" userId="bfeac1b3-1cff-4ff5-b0aa-23ef999eed93" providerId="ADAL" clId="{A3BCBB7A-E98B-4D1E-AA6A-A717C7AEF4D6}" dt="2026-04-24T17:37:04.557" v="959" actId="20577"/>
        <pc:sldMkLst>
          <pc:docMk/>
          <pc:sldMk cId="902736191" sldId="326"/>
        </pc:sldMkLst>
        <pc:spChg chg="mod">
          <ac:chgData name="GIORGIO PASSARELLA" userId="bfeac1b3-1cff-4ff5-b0aa-23ef999eed93" providerId="ADAL" clId="{A3BCBB7A-E98B-4D1E-AA6A-A717C7AEF4D6}" dt="2026-04-24T17:36:16.734" v="958" actId="26606"/>
          <ac:spMkLst>
            <pc:docMk/>
            <pc:sldMk cId="902736191" sldId="326"/>
            <ac:spMk id="2" creationId="{491A6367-FD09-B6D8-FA55-D7D000BDE2D0}"/>
          </ac:spMkLst>
        </pc:spChg>
        <pc:spChg chg="add mod">
          <ac:chgData name="GIORGIO PASSARELLA" userId="bfeac1b3-1cff-4ff5-b0aa-23ef999eed93" providerId="ADAL" clId="{A3BCBB7A-E98B-4D1E-AA6A-A717C7AEF4D6}" dt="2026-04-24T17:17:54.142" v="913" actId="20578"/>
          <ac:spMkLst>
            <pc:docMk/>
            <pc:sldMk cId="902736191" sldId="326"/>
            <ac:spMk id="4" creationId="{2AAF6571-8D93-4328-D0AC-373F363522E9}"/>
          </ac:spMkLst>
        </pc:spChg>
        <pc:spChg chg="add">
          <ac:chgData name="GIORGIO PASSARELLA" userId="bfeac1b3-1cff-4ff5-b0aa-23ef999eed93" providerId="ADAL" clId="{A3BCBB7A-E98B-4D1E-AA6A-A717C7AEF4D6}" dt="2026-04-24T17:36:16.734" v="958" actId="26606"/>
          <ac:spMkLst>
            <pc:docMk/>
            <pc:sldMk cId="902736191" sldId="326"/>
            <ac:spMk id="32" creationId="{BACC6370-2D7E-4714-9D71-7542949D7D5D}"/>
          </ac:spMkLst>
        </pc:spChg>
        <pc:spChg chg="add">
          <ac:chgData name="GIORGIO PASSARELLA" userId="bfeac1b3-1cff-4ff5-b0aa-23ef999eed93" providerId="ADAL" clId="{A3BCBB7A-E98B-4D1E-AA6A-A717C7AEF4D6}" dt="2026-04-24T17:36:16.734" v="958" actId="26606"/>
          <ac:spMkLst>
            <pc:docMk/>
            <pc:sldMk cId="902736191" sldId="326"/>
            <ac:spMk id="33" creationId="{F68B3F68-107C-434F-AA38-110D5EA91B85}"/>
          </ac:spMkLst>
        </pc:spChg>
        <pc:spChg chg="add">
          <ac:chgData name="GIORGIO PASSARELLA" userId="bfeac1b3-1cff-4ff5-b0aa-23ef999eed93" providerId="ADAL" clId="{A3BCBB7A-E98B-4D1E-AA6A-A717C7AEF4D6}" dt="2026-04-24T17:36:16.734" v="958" actId="26606"/>
          <ac:spMkLst>
            <pc:docMk/>
            <pc:sldMk cId="902736191" sldId="326"/>
            <ac:spMk id="34" creationId="{AAD0DBB9-1A4B-4391-81D4-CB19F9AB918A}"/>
          </ac:spMkLst>
        </pc:spChg>
        <pc:spChg chg="add">
          <ac:chgData name="GIORGIO PASSARELLA" userId="bfeac1b3-1cff-4ff5-b0aa-23ef999eed93" providerId="ADAL" clId="{A3BCBB7A-E98B-4D1E-AA6A-A717C7AEF4D6}" dt="2026-04-24T17:36:16.734" v="958" actId="26606"/>
          <ac:spMkLst>
            <pc:docMk/>
            <pc:sldMk cId="902736191" sldId="326"/>
            <ac:spMk id="36" creationId="{063BBA22-50EA-4C4D-BE05-F1CE4E63AA56}"/>
          </ac:spMkLst>
        </pc:spChg>
        <pc:graphicFrameChg chg="modGraphic">
          <ac:chgData name="GIORGIO PASSARELLA" userId="bfeac1b3-1cff-4ff5-b0aa-23ef999eed93" providerId="ADAL" clId="{A3BCBB7A-E98B-4D1E-AA6A-A717C7AEF4D6}" dt="2026-04-24T17:37:04.557" v="959" actId="20577"/>
          <ac:graphicFrameMkLst>
            <pc:docMk/>
            <pc:sldMk cId="902736191" sldId="326"/>
            <ac:graphicFrameMk id="38" creationId="{39816284-7E07-A6EE-897D-C44B7098038D}"/>
          </ac:graphicFrameMkLst>
        </pc:graphicFrameChg>
      </pc:sldChg>
      <pc:sldChg chg="addSp delSp modSp add mod setBg modNotesTx">
        <pc:chgData name="GIORGIO PASSARELLA" userId="bfeac1b3-1cff-4ff5-b0aa-23ef999eed93" providerId="ADAL" clId="{A3BCBB7A-E98B-4D1E-AA6A-A717C7AEF4D6}" dt="2026-04-25T09:49:09.620" v="2127" actId="20577"/>
        <pc:sldMkLst>
          <pc:docMk/>
          <pc:sldMk cId="3054056586" sldId="328"/>
        </pc:sldMkLst>
        <pc:spChg chg="mod">
          <ac:chgData name="GIORGIO PASSARELLA" userId="bfeac1b3-1cff-4ff5-b0aa-23ef999eed93" providerId="ADAL" clId="{A3BCBB7A-E98B-4D1E-AA6A-A717C7AEF4D6}" dt="2026-04-24T19:49:26.747" v="1055" actId="26606"/>
          <ac:spMkLst>
            <pc:docMk/>
            <pc:sldMk cId="3054056586" sldId="328"/>
            <ac:spMk id="2" creationId="{92C7E29F-B280-2503-8CD4-CBCF49108E65}"/>
          </ac:spMkLst>
        </pc:spChg>
        <pc:spChg chg="add">
          <ac:chgData name="GIORGIO PASSARELLA" userId="bfeac1b3-1cff-4ff5-b0aa-23ef999eed93" providerId="ADAL" clId="{A3BCBB7A-E98B-4D1E-AA6A-A717C7AEF4D6}" dt="2026-04-24T19:49:26.747" v="1055" actId="26606"/>
          <ac:spMkLst>
            <pc:docMk/>
            <pc:sldMk cId="3054056586" sldId="328"/>
            <ac:spMk id="12" creationId="{2151139A-886F-4B97-8815-729AD3831BBD}"/>
          </ac:spMkLst>
        </pc:spChg>
        <pc:spChg chg="add">
          <ac:chgData name="GIORGIO PASSARELLA" userId="bfeac1b3-1cff-4ff5-b0aa-23ef999eed93" providerId="ADAL" clId="{A3BCBB7A-E98B-4D1E-AA6A-A717C7AEF4D6}" dt="2026-04-24T19:49:26.747" v="1055" actId="26606"/>
          <ac:spMkLst>
            <pc:docMk/>
            <pc:sldMk cId="3054056586" sldId="328"/>
            <ac:spMk id="14" creationId="{AB5E08C4-8CDD-4623-A5B8-E998C6DEE3B7}"/>
          </ac:spMkLst>
        </pc:spChg>
        <pc:spChg chg="add">
          <ac:chgData name="GIORGIO PASSARELLA" userId="bfeac1b3-1cff-4ff5-b0aa-23ef999eed93" providerId="ADAL" clId="{A3BCBB7A-E98B-4D1E-AA6A-A717C7AEF4D6}" dt="2026-04-24T19:49:26.747" v="1055" actId="26606"/>
          <ac:spMkLst>
            <pc:docMk/>
            <pc:sldMk cId="3054056586" sldId="328"/>
            <ac:spMk id="16" creationId="{15F33878-D502-4FFA-8ACE-F2AECDB2A23F}"/>
          </ac:spMkLst>
        </pc:spChg>
        <pc:spChg chg="add">
          <ac:chgData name="GIORGIO PASSARELLA" userId="bfeac1b3-1cff-4ff5-b0aa-23ef999eed93" providerId="ADAL" clId="{A3BCBB7A-E98B-4D1E-AA6A-A717C7AEF4D6}" dt="2026-04-24T19:49:26.747" v="1055" actId="26606"/>
          <ac:spMkLst>
            <pc:docMk/>
            <pc:sldMk cId="3054056586" sldId="328"/>
            <ac:spMk id="18" creationId="{D3539FEE-81D3-4406-802E-60B20B16F4F6}"/>
          </ac:spMkLst>
        </pc:spChg>
        <pc:spChg chg="add">
          <ac:chgData name="GIORGIO PASSARELLA" userId="bfeac1b3-1cff-4ff5-b0aa-23ef999eed93" providerId="ADAL" clId="{A3BCBB7A-E98B-4D1E-AA6A-A717C7AEF4D6}" dt="2026-04-24T19:49:26.747" v="1055" actId="26606"/>
          <ac:spMkLst>
            <pc:docMk/>
            <pc:sldMk cId="3054056586" sldId="328"/>
            <ac:spMk id="20" creationId="{DC701763-729E-462F-A5A8-E0DEFEB1E2E4}"/>
          </ac:spMkLst>
        </pc:spChg>
        <pc:picChg chg="add mod ord">
          <ac:chgData name="GIORGIO PASSARELLA" userId="bfeac1b3-1cff-4ff5-b0aa-23ef999eed93" providerId="ADAL" clId="{A3BCBB7A-E98B-4D1E-AA6A-A717C7AEF4D6}" dt="2026-04-24T19:49:26.747" v="1055" actId="26606"/>
          <ac:picMkLst>
            <pc:docMk/>
            <pc:sldMk cId="3054056586" sldId="328"/>
            <ac:picMk id="5" creationId="{3071872F-4075-6877-2F45-FC2A92BCEFF3}"/>
          </ac:picMkLst>
        </pc:picChg>
        <pc:picChg chg="add mod">
          <ac:chgData name="GIORGIO PASSARELLA" userId="bfeac1b3-1cff-4ff5-b0aa-23ef999eed93" providerId="ADAL" clId="{A3BCBB7A-E98B-4D1E-AA6A-A717C7AEF4D6}" dt="2026-04-24T19:49:26.747" v="1055" actId="26606"/>
          <ac:picMkLst>
            <pc:docMk/>
            <pc:sldMk cId="3054056586" sldId="328"/>
            <ac:picMk id="7" creationId="{27CAA0D7-DFC6-49A9-DE43-6AC43E98DD26}"/>
          </ac:picMkLst>
        </pc:picChg>
      </pc:sldChg>
      <pc:sldChg chg="addSp delSp modSp add mod modNotesTx">
        <pc:chgData name="GIORGIO PASSARELLA" userId="bfeac1b3-1cff-4ff5-b0aa-23ef999eed93" providerId="ADAL" clId="{A3BCBB7A-E98B-4D1E-AA6A-A717C7AEF4D6}" dt="2026-04-25T09:31:46.394" v="1755" actId="20577"/>
        <pc:sldMkLst>
          <pc:docMk/>
          <pc:sldMk cId="4017181151" sldId="338"/>
        </pc:sldMkLst>
        <pc:spChg chg="mod">
          <ac:chgData name="GIORGIO PASSARELLA" userId="bfeac1b3-1cff-4ff5-b0aa-23ef999eed93" providerId="ADAL" clId="{A3BCBB7A-E98B-4D1E-AA6A-A717C7AEF4D6}" dt="2026-04-25T09:29:31.473" v="1748" actId="26606"/>
          <ac:spMkLst>
            <pc:docMk/>
            <pc:sldMk cId="4017181151" sldId="338"/>
            <ac:spMk id="2" creationId="{60DC6D16-A7CA-ECCF-FF41-92E3A06F4FB6}"/>
          </ac:spMkLst>
        </pc:spChg>
        <pc:spChg chg="add">
          <ac:chgData name="GIORGIO PASSARELLA" userId="bfeac1b3-1cff-4ff5-b0aa-23ef999eed93" providerId="ADAL" clId="{A3BCBB7A-E98B-4D1E-AA6A-A717C7AEF4D6}" dt="2026-04-25T09:29:31.473" v="1748" actId="26606"/>
          <ac:spMkLst>
            <pc:docMk/>
            <pc:sldMk cId="4017181151" sldId="338"/>
            <ac:spMk id="18" creationId="{F68B3F68-107C-434F-AA38-110D5EA91B85}"/>
          </ac:spMkLst>
        </pc:spChg>
        <pc:spChg chg="add">
          <ac:chgData name="GIORGIO PASSARELLA" userId="bfeac1b3-1cff-4ff5-b0aa-23ef999eed93" providerId="ADAL" clId="{A3BCBB7A-E98B-4D1E-AA6A-A717C7AEF4D6}" dt="2026-04-25T09:29:31.473" v="1748" actId="26606"/>
          <ac:spMkLst>
            <pc:docMk/>
            <pc:sldMk cId="4017181151" sldId="338"/>
            <ac:spMk id="21" creationId="{BACC6370-2D7E-4714-9D71-7542949D7D5D}"/>
          </ac:spMkLst>
        </pc:spChg>
        <pc:spChg chg="add">
          <ac:chgData name="GIORGIO PASSARELLA" userId="bfeac1b3-1cff-4ff5-b0aa-23ef999eed93" providerId="ADAL" clId="{A3BCBB7A-E98B-4D1E-AA6A-A717C7AEF4D6}" dt="2026-04-25T09:29:31.473" v="1748" actId="26606"/>
          <ac:spMkLst>
            <pc:docMk/>
            <pc:sldMk cId="4017181151" sldId="338"/>
            <ac:spMk id="25" creationId="{AAD0DBB9-1A4B-4391-81D4-CB19F9AB918A}"/>
          </ac:spMkLst>
        </pc:spChg>
        <pc:spChg chg="add">
          <ac:chgData name="GIORGIO PASSARELLA" userId="bfeac1b3-1cff-4ff5-b0aa-23ef999eed93" providerId="ADAL" clId="{A3BCBB7A-E98B-4D1E-AA6A-A717C7AEF4D6}" dt="2026-04-25T09:29:31.473" v="1748" actId="26606"/>
          <ac:spMkLst>
            <pc:docMk/>
            <pc:sldMk cId="4017181151" sldId="338"/>
            <ac:spMk id="27" creationId="{063BBA22-50EA-4C4D-BE05-F1CE4E63AA56}"/>
          </ac:spMkLst>
        </pc:spChg>
        <pc:graphicFrameChg chg="add mod modGraphic">
          <ac:chgData name="GIORGIO PASSARELLA" userId="bfeac1b3-1cff-4ff5-b0aa-23ef999eed93" providerId="ADAL" clId="{A3BCBB7A-E98B-4D1E-AA6A-A717C7AEF4D6}" dt="2026-04-25T09:29:39.358" v="1749" actId="12100"/>
          <ac:graphicFrameMkLst>
            <pc:docMk/>
            <pc:sldMk cId="4017181151" sldId="338"/>
            <ac:graphicFrameMk id="9" creationId="{6EC349A0-D5AB-5640-5002-9D48C16E30E5}"/>
          </ac:graphicFrameMkLst>
        </pc:graphicFrameChg>
      </pc:sldChg>
      <pc:sldChg chg="modSp add mod">
        <pc:chgData name="GIORGIO PASSARELLA" userId="bfeac1b3-1cff-4ff5-b0aa-23ef999eed93" providerId="ADAL" clId="{A3BCBB7A-E98B-4D1E-AA6A-A717C7AEF4D6}" dt="2026-04-25T09:36:31.180" v="1787"/>
        <pc:sldMkLst>
          <pc:docMk/>
          <pc:sldMk cId="1414955688" sldId="343"/>
        </pc:sldMkLst>
        <pc:graphicFrameChg chg="mod modGraphic">
          <ac:chgData name="GIORGIO PASSARELLA" userId="bfeac1b3-1cff-4ff5-b0aa-23ef999eed93" providerId="ADAL" clId="{A3BCBB7A-E98B-4D1E-AA6A-A717C7AEF4D6}" dt="2026-04-25T09:36:31.180" v="1787"/>
          <ac:graphicFrameMkLst>
            <pc:docMk/>
            <pc:sldMk cId="1414955688" sldId="343"/>
            <ac:graphicFrameMk id="9" creationId="{181FCC33-BF74-61D2-DCA1-DE6079C1AF1B}"/>
          </ac:graphicFrameMkLst>
        </pc:graphicFrameChg>
      </pc:sldChg>
      <pc:sldChg chg="modSp add mod">
        <pc:chgData name="GIORGIO PASSARELLA" userId="bfeac1b3-1cff-4ff5-b0aa-23ef999eed93" providerId="ADAL" clId="{A3BCBB7A-E98B-4D1E-AA6A-A717C7AEF4D6}" dt="2026-04-25T09:45:22.686" v="1805"/>
        <pc:sldMkLst>
          <pc:docMk/>
          <pc:sldMk cId="748090160" sldId="344"/>
        </pc:sldMkLst>
        <pc:graphicFrameChg chg="mod modGraphic">
          <ac:chgData name="GIORGIO PASSARELLA" userId="bfeac1b3-1cff-4ff5-b0aa-23ef999eed93" providerId="ADAL" clId="{A3BCBB7A-E98B-4D1E-AA6A-A717C7AEF4D6}" dt="2026-04-25T09:45:22.686" v="1805"/>
          <ac:graphicFrameMkLst>
            <pc:docMk/>
            <pc:sldMk cId="748090160" sldId="344"/>
            <ac:graphicFrameMk id="9" creationId="{BDB31F52-22D6-6271-CC59-E2B771E126D5}"/>
          </ac:graphicFrameMkLst>
        </pc:graphicFrameChg>
      </pc:sldChg>
      <pc:sldChg chg="addSp delSp modSp add mod">
        <pc:chgData name="GIORGIO PASSARELLA" userId="bfeac1b3-1cff-4ff5-b0aa-23ef999eed93" providerId="ADAL" clId="{A3BCBB7A-E98B-4D1E-AA6A-A717C7AEF4D6}" dt="2026-04-25T10:00:45.405" v="2143" actId="26606"/>
        <pc:sldMkLst>
          <pc:docMk/>
          <pc:sldMk cId="2171917721" sldId="345"/>
        </pc:sldMkLst>
        <pc:spChg chg="mod">
          <ac:chgData name="GIORGIO PASSARELLA" userId="bfeac1b3-1cff-4ff5-b0aa-23ef999eed93" providerId="ADAL" clId="{A3BCBB7A-E98B-4D1E-AA6A-A717C7AEF4D6}" dt="2026-04-25T10:00:45.405" v="2143" actId="26606"/>
          <ac:spMkLst>
            <pc:docMk/>
            <pc:sldMk cId="2171917721" sldId="345"/>
            <ac:spMk id="2" creationId="{58ABE3A0-A2AE-71FC-8408-D7E46120C0DA}"/>
          </ac:spMkLst>
        </pc:spChg>
        <pc:spChg chg="add">
          <ac:chgData name="GIORGIO PASSARELLA" userId="bfeac1b3-1cff-4ff5-b0aa-23ef999eed93" providerId="ADAL" clId="{A3BCBB7A-E98B-4D1E-AA6A-A717C7AEF4D6}" dt="2026-04-25T10:00:45.405" v="2143" actId="26606"/>
          <ac:spMkLst>
            <pc:docMk/>
            <pc:sldMk cId="2171917721" sldId="345"/>
            <ac:spMk id="32" creationId="{BACC6370-2D7E-4714-9D71-7542949D7D5D}"/>
          </ac:spMkLst>
        </pc:spChg>
        <pc:spChg chg="add">
          <ac:chgData name="GIORGIO PASSARELLA" userId="bfeac1b3-1cff-4ff5-b0aa-23ef999eed93" providerId="ADAL" clId="{A3BCBB7A-E98B-4D1E-AA6A-A717C7AEF4D6}" dt="2026-04-25T10:00:45.405" v="2143" actId="26606"/>
          <ac:spMkLst>
            <pc:docMk/>
            <pc:sldMk cId="2171917721" sldId="345"/>
            <ac:spMk id="36" creationId="{3847E18C-932D-4C95-AABA-FEC7C9499AD7}"/>
          </ac:spMkLst>
        </pc:spChg>
        <pc:spChg chg="add">
          <ac:chgData name="GIORGIO PASSARELLA" userId="bfeac1b3-1cff-4ff5-b0aa-23ef999eed93" providerId="ADAL" clId="{A3BCBB7A-E98B-4D1E-AA6A-A717C7AEF4D6}" dt="2026-04-25T10:00:45.405" v="2143" actId="26606"/>
          <ac:spMkLst>
            <pc:docMk/>
            <pc:sldMk cId="2171917721" sldId="345"/>
            <ac:spMk id="38" creationId="{3150CB11-0C61-439E-910F-5787759E72A0}"/>
          </ac:spMkLst>
        </pc:spChg>
        <pc:spChg chg="add">
          <ac:chgData name="GIORGIO PASSARELLA" userId="bfeac1b3-1cff-4ff5-b0aa-23ef999eed93" providerId="ADAL" clId="{A3BCBB7A-E98B-4D1E-AA6A-A717C7AEF4D6}" dt="2026-04-25T10:00:45.405" v="2143" actId="26606"/>
          <ac:spMkLst>
            <pc:docMk/>
            <pc:sldMk cId="2171917721" sldId="345"/>
            <ac:spMk id="40" creationId="{43F8A58B-5155-44CE-A5FF-7647B47D0A7A}"/>
          </ac:spMkLst>
        </pc:spChg>
        <pc:spChg chg="add">
          <ac:chgData name="GIORGIO PASSARELLA" userId="bfeac1b3-1cff-4ff5-b0aa-23ef999eed93" providerId="ADAL" clId="{A3BCBB7A-E98B-4D1E-AA6A-A717C7AEF4D6}" dt="2026-04-25T10:00:45.405" v="2143" actId="26606"/>
          <ac:spMkLst>
            <pc:docMk/>
            <pc:sldMk cId="2171917721" sldId="345"/>
            <ac:spMk id="42" creationId="{443F2ACA-E6D6-4028-82DD-F03C262D5DE6}"/>
          </ac:spMkLst>
        </pc:spChg>
        <pc:grpChg chg="add mod">
          <ac:chgData name="GIORGIO PASSARELLA" userId="bfeac1b3-1cff-4ff5-b0aa-23ef999eed93" providerId="ADAL" clId="{A3BCBB7A-E98B-4D1E-AA6A-A717C7AEF4D6}" dt="2026-04-25T10:00:37.821" v="2142" actId="164"/>
          <ac:grpSpMkLst>
            <pc:docMk/>
            <pc:sldMk cId="2171917721" sldId="345"/>
            <ac:grpSpMk id="10" creationId="{9DC7F082-54C1-5AC9-6624-62D1EF0843F8}"/>
          </ac:grpSpMkLst>
        </pc:grpChg>
        <pc:picChg chg="add mod">
          <ac:chgData name="GIORGIO PASSARELLA" userId="bfeac1b3-1cff-4ff5-b0aa-23ef999eed93" providerId="ADAL" clId="{A3BCBB7A-E98B-4D1E-AA6A-A717C7AEF4D6}" dt="2026-04-25T10:00:37.821" v="2142" actId="164"/>
          <ac:picMkLst>
            <pc:docMk/>
            <pc:sldMk cId="2171917721" sldId="345"/>
            <ac:picMk id="4" creationId="{6405519E-4E52-2479-6845-E4C6F770C8F0}"/>
          </ac:picMkLst>
        </pc:picChg>
        <pc:picChg chg="add mod">
          <ac:chgData name="GIORGIO PASSARELLA" userId="bfeac1b3-1cff-4ff5-b0aa-23ef999eed93" providerId="ADAL" clId="{A3BCBB7A-E98B-4D1E-AA6A-A717C7AEF4D6}" dt="2026-04-25T10:00:37.821" v="2142" actId="164"/>
          <ac:picMkLst>
            <pc:docMk/>
            <pc:sldMk cId="2171917721" sldId="345"/>
            <ac:picMk id="6" creationId="{C58F248F-AB16-C1BD-1E4B-101952977A5B}"/>
          </ac:picMkLst>
        </pc:picChg>
        <pc:picChg chg="add mod">
          <ac:chgData name="GIORGIO PASSARELLA" userId="bfeac1b3-1cff-4ff5-b0aa-23ef999eed93" providerId="ADAL" clId="{A3BCBB7A-E98B-4D1E-AA6A-A717C7AEF4D6}" dt="2026-04-25T10:00:37.821" v="2142" actId="164"/>
          <ac:picMkLst>
            <pc:docMk/>
            <pc:sldMk cId="2171917721" sldId="345"/>
            <ac:picMk id="8" creationId="{59A5FE80-E3FA-2937-33D5-6398C6CAE811}"/>
          </ac:picMkLst>
        </pc:picChg>
      </pc:sldChg>
      <pc:sldChg chg="addSp delSp modSp add mod addAnim delAnim modNotesTx">
        <pc:chgData name="GIORGIO PASSARELLA" userId="bfeac1b3-1cff-4ff5-b0aa-23ef999eed93" providerId="ADAL" clId="{A3BCBB7A-E98B-4D1E-AA6A-A717C7AEF4D6}" dt="2026-04-25T10:03:45.299" v="2156" actId="26606"/>
        <pc:sldMkLst>
          <pc:docMk/>
          <pc:sldMk cId="3622781125" sldId="346"/>
        </pc:sldMkLst>
        <pc:spChg chg="mod">
          <ac:chgData name="GIORGIO PASSARELLA" userId="bfeac1b3-1cff-4ff5-b0aa-23ef999eed93" providerId="ADAL" clId="{A3BCBB7A-E98B-4D1E-AA6A-A717C7AEF4D6}" dt="2026-04-25T10:03:45.299" v="2156" actId="26606"/>
          <ac:spMkLst>
            <pc:docMk/>
            <pc:sldMk cId="3622781125" sldId="346"/>
            <ac:spMk id="2" creationId="{765A2CD1-8830-75A2-56BB-642E4C3BF03F}"/>
          </ac:spMkLst>
        </pc:spChg>
        <pc:spChg chg="add del">
          <ac:chgData name="GIORGIO PASSARELLA" userId="bfeac1b3-1cff-4ff5-b0aa-23ef999eed93" providerId="ADAL" clId="{A3BCBB7A-E98B-4D1E-AA6A-A717C7AEF4D6}" dt="2026-04-25T10:03:45.299" v="2156" actId="26606"/>
          <ac:spMkLst>
            <pc:docMk/>
            <pc:sldMk cId="3622781125" sldId="346"/>
            <ac:spMk id="32" creationId="{D5360387-2D2B-90A4-C7B6-7AD1B11357C1}"/>
          </ac:spMkLst>
        </pc:spChg>
        <pc:spChg chg="add del">
          <ac:chgData name="GIORGIO PASSARELLA" userId="bfeac1b3-1cff-4ff5-b0aa-23ef999eed93" providerId="ADAL" clId="{A3BCBB7A-E98B-4D1E-AA6A-A717C7AEF4D6}" dt="2026-04-25T10:03:45.299" v="2156" actId="26606"/>
          <ac:spMkLst>
            <pc:docMk/>
            <pc:sldMk cId="3622781125" sldId="346"/>
            <ac:spMk id="34" creationId="{AC499A60-B0E3-5C0A-1143-04E3A86D2786}"/>
          </ac:spMkLst>
        </pc:spChg>
        <pc:spChg chg="add del">
          <ac:chgData name="GIORGIO PASSARELLA" userId="bfeac1b3-1cff-4ff5-b0aa-23ef999eed93" providerId="ADAL" clId="{A3BCBB7A-E98B-4D1E-AA6A-A717C7AEF4D6}" dt="2026-04-25T10:03:45.299" v="2156" actId="26606"/>
          <ac:spMkLst>
            <pc:docMk/>
            <pc:sldMk cId="3622781125" sldId="346"/>
            <ac:spMk id="36" creationId="{248C38C9-0A44-9495-7D41-11CD9B79721F}"/>
          </ac:spMkLst>
        </pc:spChg>
        <pc:spChg chg="add del">
          <ac:chgData name="GIORGIO PASSARELLA" userId="bfeac1b3-1cff-4ff5-b0aa-23ef999eed93" providerId="ADAL" clId="{A3BCBB7A-E98B-4D1E-AA6A-A717C7AEF4D6}" dt="2026-04-25T10:03:45.299" v="2156" actId="26606"/>
          <ac:spMkLst>
            <pc:docMk/>
            <pc:sldMk cId="3622781125" sldId="346"/>
            <ac:spMk id="38" creationId="{A2B0961C-356D-E190-02FD-AA0D86299DFC}"/>
          </ac:spMkLst>
        </pc:spChg>
        <pc:spChg chg="add del">
          <ac:chgData name="GIORGIO PASSARELLA" userId="bfeac1b3-1cff-4ff5-b0aa-23ef999eed93" providerId="ADAL" clId="{A3BCBB7A-E98B-4D1E-AA6A-A717C7AEF4D6}" dt="2026-04-25T10:03:45.299" v="2156" actId="26606"/>
          <ac:spMkLst>
            <pc:docMk/>
            <pc:sldMk cId="3622781125" sldId="346"/>
            <ac:spMk id="40" creationId="{9822EBAA-E7E4-7267-6A87-F447BCEC4E5A}"/>
          </ac:spMkLst>
        </pc:spChg>
        <pc:spChg chg="add del">
          <ac:chgData name="GIORGIO PASSARELLA" userId="bfeac1b3-1cff-4ff5-b0aa-23ef999eed93" providerId="ADAL" clId="{A3BCBB7A-E98B-4D1E-AA6A-A717C7AEF4D6}" dt="2026-04-25T10:03:45.299" v="2156" actId="26606"/>
          <ac:spMkLst>
            <pc:docMk/>
            <pc:sldMk cId="3622781125" sldId="346"/>
            <ac:spMk id="42" creationId="{C34F6705-3857-6131-4DF4-5E0077178EB8}"/>
          </ac:spMkLst>
        </pc:spChg>
        <pc:picChg chg="add mod">
          <ac:chgData name="GIORGIO PASSARELLA" userId="bfeac1b3-1cff-4ff5-b0aa-23ef999eed93" providerId="ADAL" clId="{A3BCBB7A-E98B-4D1E-AA6A-A717C7AEF4D6}" dt="2026-04-25T10:03:06.201" v="2153" actId="1076"/>
          <ac:picMkLst>
            <pc:docMk/>
            <pc:sldMk cId="3622781125" sldId="346"/>
            <ac:picMk id="14" creationId="{F9668C84-3CAF-CCCE-B402-382BDE605B52}"/>
          </ac:picMkLst>
        </pc:picChg>
        <pc:picChg chg="add mod">
          <ac:chgData name="GIORGIO PASSARELLA" userId="bfeac1b3-1cff-4ff5-b0aa-23ef999eed93" providerId="ADAL" clId="{A3BCBB7A-E98B-4D1E-AA6A-A717C7AEF4D6}" dt="2026-04-25T10:03:01.950" v="2152" actId="1076"/>
          <ac:picMkLst>
            <pc:docMk/>
            <pc:sldMk cId="3622781125" sldId="346"/>
            <ac:picMk id="16" creationId="{5D79C0BF-9018-2A89-5024-C9D605F4561A}"/>
          </ac:picMkLst>
        </pc:picChg>
      </pc:sldChg>
      <pc:sldChg chg="ord">
        <pc:chgData name="GIORGIO PASSARELLA" userId="bfeac1b3-1cff-4ff5-b0aa-23ef999eed93" providerId="ADAL" clId="{A3BCBB7A-E98B-4D1E-AA6A-A717C7AEF4D6}" dt="2026-04-27T08:55:32.709" v="2566"/>
        <pc:sldMkLst>
          <pc:docMk/>
          <pc:sldMk cId="3852510586" sldId="347"/>
        </pc:sldMkLst>
      </pc:sldChg>
      <pc:sldChg chg="ord">
        <pc:chgData name="GIORGIO PASSARELLA" userId="bfeac1b3-1cff-4ff5-b0aa-23ef999eed93" providerId="ADAL" clId="{A3BCBB7A-E98B-4D1E-AA6A-A717C7AEF4D6}" dt="2026-04-27T08:55:32.709" v="2566"/>
        <pc:sldMkLst>
          <pc:docMk/>
          <pc:sldMk cId="3516965567" sldId="348"/>
        </pc:sldMkLst>
      </pc:sldChg>
      <pc:sldChg chg="ord">
        <pc:chgData name="GIORGIO PASSARELLA" userId="bfeac1b3-1cff-4ff5-b0aa-23ef999eed93" providerId="ADAL" clId="{A3BCBB7A-E98B-4D1E-AA6A-A717C7AEF4D6}" dt="2026-04-27T08:55:32.709" v="2566"/>
        <pc:sldMkLst>
          <pc:docMk/>
          <pc:sldMk cId="4167207901" sldId="349"/>
        </pc:sldMkLst>
      </pc:sldChg>
      <pc:sldChg chg="ord">
        <pc:chgData name="GIORGIO PASSARELLA" userId="bfeac1b3-1cff-4ff5-b0aa-23ef999eed93" providerId="ADAL" clId="{A3BCBB7A-E98B-4D1E-AA6A-A717C7AEF4D6}" dt="2026-04-27T08:55:19.340" v="2564"/>
        <pc:sldMkLst>
          <pc:docMk/>
          <pc:sldMk cId="2466621269" sldId="350"/>
        </pc:sldMkLst>
      </pc:sldChg>
      <pc:sldChg chg="ord">
        <pc:chgData name="GIORGIO PASSARELLA" userId="bfeac1b3-1cff-4ff5-b0aa-23ef999eed93" providerId="ADAL" clId="{A3BCBB7A-E98B-4D1E-AA6A-A717C7AEF4D6}" dt="2026-04-27T08:55:57.930" v="2568"/>
        <pc:sldMkLst>
          <pc:docMk/>
          <pc:sldMk cId="2327966235" sldId="352"/>
        </pc:sldMkLst>
      </pc:sldChg>
    </pc:docChg>
  </pc:docChgLst>
  <pc:docChgLst>
    <pc:chgData name="MASSIMILIANO FEDERICO GERVASONI" userId="e87de828-c015-44a9-b5f8-207463820fad" providerId="ADAL" clId="{85EA8211-9693-4F3D-9977-E7D10FAE6C7F}"/>
    <pc:docChg chg="undo custSel addSld delSld modSld">
      <pc:chgData name="MASSIMILIANO FEDERICO GERVASONI" userId="e87de828-c015-44a9-b5f8-207463820fad" providerId="ADAL" clId="{85EA8211-9693-4F3D-9977-E7D10FAE6C7F}" dt="2026-04-25T10:31:05.296" v="698"/>
      <pc:docMkLst>
        <pc:docMk/>
      </pc:docMkLst>
      <pc:sldChg chg="modSp mod">
        <pc:chgData name="MASSIMILIANO FEDERICO GERVASONI" userId="e87de828-c015-44a9-b5f8-207463820fad" providerId="ADAL" clId="{85EA8211-9693-4F3D-9977-E7D10FAE6C7F}" dt="2026-04-25T09:02:55.828" v="158" actId="20577"/>
        <pc:sldMkLst>
          <pc:docMk/>
          <pc:sldMk cId="1536541963" sldId="316"/>
        </pc:sldMkLst>
        <pc:spChg chg="mod">
          <ac:chgData name="MASSIMILIANO FEDERICO GERVASONI" userId="e87de828-c015-44a9-b5f8-207463820fad" providerId="ADAL" clId="{85EA8211-9693-4F3D-9977-E7D10FAE6C7F}" dt="2026-04-25T09:02:55.828" v="158" actId="20577"/>
          <ac:spMkLst>
            <pc:docMk/>
            <pc:sldMk cId="1536541963" sldId="316"/>
            <ac:spMk id="24" creationId="{A85FB98E-A735-2749-DC61-E204AB7C6E8F}"/>
          </ac:spMkLst>
        </pc:spChg>
      </pc:sldChg>
      <pc:sldChg chg="addSp delSp modSp mod">
        <pc:chgData name="MASSIMILIANO FEDERICO GERVASONI" userId="e87de828-c015-44a9-b5f8-207463820fad" providerId="ADAL" clId="{85EA8211-9693-4F3D-9977-E7D10FAE6C7F}" dt="2026-04-24T14:57:20.674" v="149" actId="1076"/>
        <pc:sldMkLst>
          <pc:docMk/>
          <pc:sldMk cId="1664545155" sldId="324"/>
        </pc:sldMkLst>
        <pc:spChg chg="mod">
          <ac:chgData name="MASSIMILIANO FEDERICO GERVASONI" userId="e87de828-c015-44a9-b5f8-207463820fad" providerId="ADAL" clId="{85EA8211-9693-4F3D-9977-E7D10FAE6C7F}" dt="2026-04-24T14:56:58.582" v="144" actId="26606"/>
          <ac:spMkLst>
            <pc:docMk/>
            <pc:sldMk cId="1664545155" sldId="324"/>
            <ac:spMk id="2" creationId="{4EEA956D-8F79-1E5E-A568-6160D0E217BE}"/>
          </ac:spMkLst>
        </pc:spChg>
        <pc:spChg chg="mod ord">
          <ac:chgData name="MASSIMILIANO FEDERICO GERVASONI" userId="e87de828-c015-44a9-b5f8-207463820fad" providerId="ADAL" clId="{85EA8211-9693-4F3D-9977-E7D10FAE6C7F}" dt="2026-04-24T14:56:58.582" v="144" actId="26606"/>
          <ac:spMkLst>
            <pc:docMk/>
            <pc:sldMk cId="1664545155" sldId="324"/>
            <ac:spMk id="16" creationId="{B7C0F90B-DC34-B326-F36C-8788982B828B}"/>
          </ac:spMkLst>
        </pc:spChg>
        <pc:spChg chg="add del">
          <ac:chgData name="MASSIMILIANO FEDERICO GERVASONI" userId="e87de828-c015-44a9-b5f8-207463820fad" providerId="ADAL" clId="{85EA8211-9693-4F3D-9977-E7D10FAE6C7F}" dt="2026-04-24T14:56:58.582" v="144" actId="26606"/>
          <ac:spMkLst>
            <pc:docMk/>
            <pc:sldMk cId="1664545155" sldId="324"/>
            <ac:spMk id="25" creationId="{C2ECD0F7-B20E-194E-FA7A-163CF4213D62}"/>
          </ac:spMkLst>
        </pc:spChg>
        <pc:spChg chg="add del">
          <ac:chgData name="MASSIMILIANO FEDERICO GERVASONI" userId="e87de828-c015-44a9-b5f8-207463820fad" providerId="ADAL" clId="{85EA8211-9693-4F3D-9977-E7D10FAE6C7F}" dt="2026-04-24T14:56:58.582" v="144" actId="26606"/>
          <ac:spMkLst>
            <pc:docMk/>
            <pc:sldMk cId="1664545155" sldId="324"/>
            <ac:spMk id="37" creationId="{EE5B87CB-83E9-1CE4-27E4-F0CA1CF28A20}"/>
          </ac:spMkLst>
        </pc:spChg>
        <pc:spChg chg="add del">
          <ac:chgData name="MASSIMILIANO FEDERICO GERVASONI" userId="e87de828-c015-44a9-b5f8-207463820fad" providerId="ADAL" clId="{85EA8211-9693-4F3D-9977-E7D10FAE6C7F}" dt="2026-04-24T14:56:58.582" v="144" actId="26606"/>
          <ac:spMkLst>
            <pc:docMk/>
            <pc:sldMk cId="1664545155" sldId="324"/>
            <ac:spMk id="38" creationId="{5169501D-3C85-943B-9724-3C68CB4B0F3F}"/>
          </ac:spMkLst>
        </pc:spChg>
        <pc:spChg chg="add del">
          <ac:chgData name="MASSIMILIANO FEDERICO GERVASONI" userId="e87de828-c015-44a9-b5f8-207463820fad" providerId="ADAL" clId="{85EA8211-9693-4F3D-9977-E7D10FAE6C7F}" dt="2026-04-24T14:42:26.413" v="29" actId="26606"/>
          <ac:spMkLst>
            <pc:docMk/>
            <pc:sldMk cId="1664545155" sldId="324"/>
            <ac:spMk id="39" creationId="{88AF6044-8780-E54C-0167-230D765886E4}"/>
          </ac:spMkLst>
        </pc:spChg>
        <pc:grpChg chg="mod">
          <ac:chgData name="MASSIMILIANO FEDERICO GERVASONI" userId="e87de828-c015-44a9-b5f8-207463820fad" providerId="ADAL" clId="{85EA8211-9693-4F3D-9977-E7D10FAE6C7F}" dt="2026-04-24T14:48:27.535" v="91" actId="1076"/>
          <ac:grpSpMkLst>
            <pc:docMk/>
            <pc:sldMk cId="1664545155" sldId="324"/>
            <ac:grpSpMk id="15" creationId="{070BB89B-010A-22F1-99DC-3680B6F8769E}"/>
          </ac:grpSpMkLst>
        </pc:grpChg>
        <pc:picChg chg="add mod">
          <ac:chgData name="MASSIMILIANO FEDERICO GERVASONI" userId="e87de828-c015-44a9-b5f8-207463820fad" providerId="ADAL" clId="{85EA8211-9693-4F3D-9977-E7D10FAE6C7F}" dt="2026-04-24T14:57:20.674" v="149" actId="1076"/>
          <ac:picMkLst>
            <pc:docMk/>
            <pc:sldMk cId="1664545155" sldId="324"/>
            <ac:picMk id="32" creationId="{57D1F339-C981-3A73-E479-472EA9706BA5}"/>
          </ac:picMkLst>
        </pc:picChg>
      </pc:sldChg>
      <pc:sldChg chg="add del">
        <pc:chgData name="MASSIMILIANO FEDERICO GERVASONI" userId="e87de828-c015-44a9-b5f8-207463820fad" providerId="ADAL" clId="{85EA8211-9693-4F3D-9977-E7D10FAE6C7F}" dt="2026-04-25T10:14:02.655" v="422" actId="2696"/>
        <pc:sldMkLst>
          <pc:docMk/>
          <pc:sldMk cId="612717947" sldId="329"/>
        </pc:sldMkLst>
      </pc:sldChg>
      <pc:sldChg chg="addSp delSp modSp add mod modNotesTx">
        <pc:chgData name="MASSIMILIANO FEDERICO GERVASONI" userId="e87de828-c015-44a9-b5f8-207463820fad" providerId="ADAL" clId="{85EA8211-9693-4F3D-9977-E7D10FAE6C7F}" dt="2026-04-25T10:30:51.096" v="694" actId="20577"/>
        <pc:sldMkLst>
          <pc:docMk/>
          <pc:sldMk cId="3852510586" sldId="347"/>
        </pc:sldMkLst>
        <pc:spChg chg="mod">
          <ac:chgData name="MASSIMILIANO FEDERICO GERVASONI" userId="e87de828-c015-44a9-b5f8-207463820fad" providerId="ADAL" clId="{85EA8211-9693-4F3D-9977-E7D10FAE6C7F}" dt="2026-04-25T10:14:08.042" v="440" actId="20577"/>
          <ac:spMkLst>
            <pc:docMk/>
            <pc:sldMk cId="3852510586" sldId="347"/>
            <ac:spMk id="2" creationId="{653CE3B7-EE13-268C-6CAF-4B12007117A5}"/>
          </ac:spMkLst>
        </pc:spChg>
        <pc:spChg chg="mod">
          <ac:chgData name="MASSIMILIANO FEDERICO GERVASONI" userId="e87de828-c015-44a9-b5f8-207463820fad" providerId="ADAL" clId="{85EA8211-9693-4F3D-9977-E7D10FAE6C7F}" dt="2026-04-25T10:08:42.999" v="175" actId="20577"/>
          <ac:spMkLst>
            <pc:docMk/>
            <pc:sldMk cId="3852510586" sldId="347"/>
            <ac:spMk id="7" creationId="{1B2029B7-09B9-3EA2-2664-2C5AFDAFF4E1}"/>
          </ac:spMkLst>
        </pc:spChg>
        <pc:spChg chg="mod">
          <ac:chgData name="MASSIMILIANO FEDERICO GERVASONI" userId="e87de828-c015-44a9-b5f8-207463820fad" providerId="ADAL" clId="{85EA8211-9693-4F3D-9977-E7D10FAE6C7F}" dt="2026-04-25T10:19:44.206" v="554" actId="2710"/>
          <ac:spMkLst>
            <pc:docMk/>
            <pc:sldMk cId="3852510586" sldId="347"/>
            <ac:spMk id="8" creationId="{DEBAF890-72C0-3979-23E3-F5E726068EB2}"/>
          </ac:spMkLst>
        </pc:spChg>
        <pc:spChg chg="mod">
          <ac:chgData name="MASSIMILIANO FEDERICO GERVASONI" userId="e87de828-c015-44a9-b5f8-207463820fad" providerId="ADAL" clId="{85EA8211-9693-4F3D-9977-E7D10FAE6C7F}" dt="2026-04-25T10:10:00.049" v="234" actId="20577"/>
          <ac:spMkLst>
            <pc:docMk/>
            <pc:sldMk cId="3852510586" sldId="347"/>
            <ac:spMk id="10" creationId="{68535301-408C-5376-7644-EA86DAB15203}"/>
          </ac:spMkLst>
        </pc:spChg>
        <pc:spChg chg="mod">
          <ac:chgData name="MASSIMILIANO FEDERICO GERVASONI" userId="e87de828-c015-44a9-b5f8-207463820fad" providerId="ADAL" clId="{85EA8211-9693-4F3D-9977-E7D10FAE6C7F}" dt="2026-04-25T10:30:51.096" v="694" actId="20577"/>
          <ac:spMkLst>
            <pc:docMk/>
            <pc:sldMk cId="3852510586" sldId="347"/>
            <ac:spMk id="11" creationId="{1F466DE7-E07D-D119-0E55-55557E96C8F8}"/>
          </ac:spMkLst>
        </pc:spChg>
        <pc:spChg chg="mod">
          <ac:chgData name="MASSIMILIANO FEDERICO GERVASONI" userId="e87de828-c015-44a9-b5f8-207463820fad" providerId="ADAL" clId="{85EA8211-9693-4F3D-9977-E7D10FAE6C7F}" dt="2026-04-25T10:11:23.981" v="337" actId="20577"/>
          <ac:spMkLst>
            <pc:docMk/>
            <pc:sldMk cId="3852510586" sldId="347"/>
            <ac:spMk id="13" creationId="{EFFEE5C9-F2B5-EA9E-4164-52ACCB466812}"/>
          </ac:spMkLst>
        </pc:spChg>
        <pc:spChg chg="mod">
          <ac:chgData name="MASSIMILIANO FEDERICO GERVASONI" userId="e87de828-c015-44a9-b5f8-207463820fad" providerId="ADAL" clId="{85EA8211-9693-4F3D-9977-E7D10FAE6C7F}" dt="2026-04-25T10:12:02.507" v="410" actId="14100"/>
          <ac:spMkLst>
            <pc:docMk/>
            <pc:sldMk cId="3852510586" sldId="347"/>
            <ac:spMk id="14" creationId="{7E68EB25-8616-02F2-0C4B-FB441C8F7282}"/>
          </ac:spMkLst>
        </pc:spChg>
        <pc:picChg chg="add mod">
          <ac:chgData name="MASSIMILIANO FEDERICO GERVASONI" userId="e87de828-c015-44a9-b5f8-207463820fad" providerId="ADAL" clId="{85EA8211-9693-4F3D-9977-E7D10FAE6C7F}" dt="2026-04-25T10:20:55.472" v="572" actId="1076"/>
          <ac:picMkLst>
            <pc:docMk/>
            <pc:sldMk cId="3852510586" sldId="347"/>
            <ac:picMk id="4" creationId="{4C77FAB8-15C5-9378-4C72-CDB8EA57C7EF}"/>
          </ac:picMkLst>
        </pc:picChg>
        <pc:picChg chg="add mod">
          <ac:chgData name="MASSIMILIANO FEDERICO GERVASONI" userId="e87de828-c015-44a9-b5f8-207463820fad" providerId="ADAL" clId="{85EA8211-9693-4F3D-9977-E7D10FAE6C7F}" dt="2026-04-25T10:21:01.731" v="573" actId="1076"/>
          <ac:picMkLst>
            <pc:docMk/>
            <pc:sldMk cId="3852510586" sldId="347"/>
            <ac:picMk id="17" creationId="{41475079-B70B-266A-467C-29689189EDD0}"/>
          </ac:picMkLst>
        </pc:picChg>
        <pc:picChg chg="del">
          <ac:chgData name="MASSIMILIANO FEDERICO GERVASONI" userId="e87de828-c015-44a9-b5f8-207463820fad" providerId="ADAL" clId="{85EA8211-9693-4F3D-9977-E7D10FAE6C7F}" dt="2026-04-25T10:12:07.313" v="411" actId="478"/>
          <ac:picMkLst>
            <pc:docMk/>
            <pc:sldMk cId="3852510586" sldId="347"/>
            <ac:picMk id="32" creationId="{171A3238-8B2E-BEDF-0621-1E8AA9ADEBEC}"/>
          </ac:picMkLst>
        </pc:picChg>
      </pc:sldChg>
      <pc:sldChg chg="addSp modSp add mod modNotesTx">
        <pc:chgData name="MASSIMILIANO FEDERICO GERVASONI" userId="e87de828-c015-44a9-b5f8-207463820fad" providerId="ADAL" clId="{85EA8211-9693-4F3D-9977-E7D10FAE6C7F}" dt="2026-04-25T10:31:02.825" v="696"/>
        <pc:sldMkLst>
          <pc:docMk/>
          <pc:sldMk cId="3516965567" sldId="348"/>
        </pc:sldMkLst>
        <pc:spChg chg="mod">
          <ac:chgData name="MASSIMILIANO FEDERICO GERVASONI" userId="e87de828-c015-44a9-b5f8-207463820fad" providerId="ADAL" clId="{85EA8211-9693-4F3D-9977-E7D10FAE6C7F}" dt="2026-04-25T10:14:21.964" v="458" actId="20577"/>
          <ac:spMkLst>
            <pc:docMk/>
            <pc:sldMk cId="3516965567" sldId="348"/>
            <ac:spMk id="2" creationId="{F98163A6-1D92-6E13-8A4F-ECFCD550633D}"/>
          </ac:spMkLst>
        </pc:spChg>
        <pc:spChg chg="mod">
          <ac:chgData name="MASSIMILIANO FEDERICO GERVASONI" userId="e87de828-c015-44a9-b5f8-207463820fad" providerId="ADAL" clId="{85EA8211-9693-4F3D-9977-E7D10FAE6C7F}" dt="2026-04-25T10:12:45.036" v="414" actId="207"/>
          <ac:spMkLst>
            <pc:docMk/>
            <pc:sldMk cId="3516965567" sldId="348"/>
            <ac:spMk id="7" creationId="{417BFDAE-25A7-7CAD-FE88-E92BA59A4201}"/>
          </ac:spMkLst>
        </pc:spChg>
        <pc:spChg chg="mod">
          <ac:chgData name="MASSIMILIANO FEDERICO GERVASONI" userId="e87de828-c015-44a9-b5f8-207463820fad" providerId="ADAL" clId="{85EA8211-9693-4F3D-9977-E7D10FAE6C7F}" dt="2026-04-25T10:13:02.369" v="415" actId="207"/>
          <ac:spMkLst>
            <pc:docMk/>
            <pc:sldMk cId="3516965567" sldId="348"/>
            <ac:spMk id="10" creationId="{CE0008D4-77A4-E86F-FEC5-0CD9ECF4C922}"/>
          </ac:spMkLst>
        </pc:spChg>
        <pc:spChg chg="mod">
          <ac:chgData name="MASSIMILIANO FEDERICO GERVASONI" userId="e87de828-c015-44a9-b5f8-207463820fad" providerId="ADAL" clId="{85EA8211-9693-4F3D-9977-E7D10FAE6C7F}" dt="2026-04-25T10:31:02.825" v="696"/>
          <ac:spMkLst>
            <pc:docMk/>
            <pc:sldMk cId="3516965567" sldId="348"/>
            <ac:spMk id="11" creationId="{146BFC82-007B-1D80-A6A8-CF754FE7F2A8}"/>
          </ac:spMkLst>
        </pc:spChg>
        <pc:picChg chg="add mod">
          <ac:chgData name="MASSIMILIANO FEDERICO GERVASONI" userId="e87de828-c015-44a9-b5f8-207463820fad" providerId="ADAL" clId="{85EA8211-9693-4F3D-9977-E7D10FAE6C7F}" dt="2026-04-25T10:23:45.137" v="579" actId="1076"/>
          <ac:picMkLst>
            <pc:docMk/>
            <pc:sldMk cId="3516965567" sldId="348"/>
            <ac:picMk id="4" creationId="{D252E08A-BB06-CA29-4F20-3F3B89182EDB}"/>
          </ac:picMkLst>
        </pc:picChg>
      </pc:sldChg>
      <pc:sldChg chg="addSp modSp add mod modNotesTx">
        <pc:chgData name="MASSIMILIANO FEDERICO GERVASONI" userId="e87de828-c015-44a9-b5f8-207463820fad" providerId="ADAL" clId="{85EA8211-9693-4F3D-9977-E7D10FAE6C7F}" dt="2026-04-25T10:31:05.296" v="698"/>
        <pc:sldMkLst>
          <pc:docMk/>
          <pc:sldMk cId="4167207901" sldId="349"/>
        </pc:sldMkLst>
        <pc:spChg chg="mod">
          <ac:chgData name="MASSIMILIANO FEDERICO GERVASONI" userId="e87de828-c015-44a9-b5f8-207463820fad" providerId="ADAL" clId="{85EA8211-9693-4F3D-9977-E7D10FAE6C7F}" dt="2026-04-25T10:14:34.280" v="497" actId="20577"/>
          <ac:spMkLst>
            <pc:docMk/>
            <pc:sldMk cId="4167207901" sldId="349"/>
            <ac:spMk id="2" creationId="{EBC8C8CC-3182-73DB-426C-483564C315B1}"/>
          </ac:spMkLst>
        </pc:spChg>
        <pc:spChg chg="mod">
          <ac:chgData name="MASSIMILIANO FEDERICO GERVASONI" userId="e87de828-c015-44a9-b5f8-207463820fad" providerId="ADAL" clId="{85EA8211-9693-4F3D-9977-E7D10FAE6C7F}" dt="2026-04-25T10:13:19.346" v="417" actId="207"/>
          <ac:spMkLst>
            <pc:docMk/>
            <pc:sldMk cId="4167207901" sldId="349"/>
            <ac:spMk id="7" creationId="{27536F9D-4DFA-9A6D-2981-62E4E87A87B9}"/>
          </ac:spMkLst>
        </pc:spChg>
        <pc:spChg chg="mod">
          <ac:chgData name="MASSIMILIANO FEDERICO GERVASONI" userId="e87de828-c015-44a9-b5f8-207463820fad" providerId="ADAL" clId="{85EA8211-9693-4F3D-9977-E7D10FAE6C7F}" dt="2026-04-25T10:31:05.296" v="698"/>
          <ac:spMkLst>
            <pc:docMk/>
            <pc:sldMk cId="4167207901" sldId="349"/>
            <ac:spMk id="11" creationId="{5B2AD480-6A29-F9C7-C10F-4DFFF1FF9EFF}"/>
          </ac:spMkLst>
        </pc:spChg>
        <pc:spChg chg="mod">
          <ac:chgData name="MASSIMILIANO FEDERICO GERVASONI" userId="e87de828-c015-44a9-b5f8-207463820fad" providerId="ADAL" clId="{85EA8211-9693-4F3D-9977-E7D10FAE6C7F}" dt="2026-04-25T10:13:15.466" v="416" actId="207"/>
          <ac:spMkLst>
            <pc:docMk/>
            <pc:sldMk cId="4167207901" sldId="349"/>
            <ac:spMk id="13" creationId="{7D09E285-3F95-3D9F-E41E-2356E7207637}"/>
          </ac:spMkLst>
        </pc:spChg>
        <pc:picChg chg="add mod">
          <ac:chgData name="MASSIMILIANO FEDERICO GERVASONI" userId="e87de828-c015-44a9-b5f8-207463820fad" providerId="ADAL" clId="{85EA8211-9693-4F3D-9977-E7D10FAE6C7F}" dt="2026-04-25T10:25:44.800" v="587" actId="14100"/>
          <ac:picMkLst>
            <pc:docMk/>
            <pc:sldMk cId="4167207901" sldId="349"/>
            <ac:picMk id="4" creationId="{D4230DB8-31EE-BF85-BC58-B8239CFDF925}"/>
          </ac:picMkLst>
        </pc:picChg>
      </pc:sldChg>
    </pc:docChg>
  </pc:docChgLst>
  <pc:docChgLst>
    <pc:chgData name="DAVIDE BRAMBILLA" userId="75fc52fa-2407-4d50-87e0-194fa3595366" providerId="ADAL" clId="{13B99187-7FB3-4381-A512-42AA89739898}"/>
    <pc:docChg chg="undo redo custSel addSld delSld modSld sldOrd addMainMaster delMainMaster">
      <pc:chgData name="DAVIDE BRAMBILLA" userId="75fc52fa-2407-4d50-87e0-194fa3595366" providerId="ADAL" clId="{13B99187-7FB3-4381-A512-42AA89739898}" dt="2026-04-27T10:17:46.952" v="17117" actId="108"/>
      <pc:docMkLst>
        <pc:docMk/>
      </pc:docMkLst>
      <pc:sldChg chg="modSp mod">
        <pc:chgData name="DAVIDE BRAMBILLA" userId="75fc52fa-2407-4d50-87e0-194fa3595366" providerId="ADAL" clId="{13B99187-7FB3-4381-A512-42AA89739898}" dt="2026-04-25T08:56:48.939" v="11511" actId="20577"/>
        <pc:sldMkLst>
          <pc:docMk/>
          <pc:sldMk cId="3814963929" sldId="257"/>
        </pc:sldMkLst>
        <pc:spChg chg="mod">
          <ac:chgData name="DAVIDE BRAMBILLA" userId="75fc52fa-2407-4d50-87e0-194fa3595366" providerId="ADAL" clId="{13B99187-7FB3-4381-A512-42AA89739898}" dt="2026-04-25T08:56:48.939" v="11511" actId="20577"/>
          <ac:spMkLst>
            <pc:docMk/>
            <pc:sldMk cId="3814963929" sldId="257"/>
            <ac:spMk id="11" creationId="{FFA246E4-BC87-38D3-F811-5F9F604F894C}"/>
          </ac:spMkLst>
        </pc:spChg>
      </pc:sldChg>
      <pc:sldChg chg="addSp modSp">
        <pc:chgData name="DAVIDE BRAMBILLA" userId="75fc52fa-2407-4d50-87e0-194fa3595366" providerId="ADAL" clId="{13B99187-7FB3-4381-A512-42AA89739898}" dt="2026-04-24T10:52:03.675" v="10686"/>
        <pc:sldMkLst>
          <pc:docMk/>
          <pc:sldMk cId="1935735427" sldId="261"/>
        </pc:sldMkLst>
      </pc:sldChg>
      <pc:sldChg chg="addSp delSp mod modNotesTx">
        <pc:chgData name="DAVIDE BRAMBILLA" userId="75fc52fa-2407-4d50-87e0-194fa3595366" providerId="ADAL" clId="{13B99187-7FB3-4381-A512-42AA89739898}" dt="2026-04-26T09:37:24.598" v="17109" actId="20577"/>
        <pc:sldMkLst>
          <pc:docMk/>
          <pc:sldMk cId="2792741476" sldId="263"/>
        </pc:sldMkLst>
        <pc:spChg chg="add del">
          <ac:chgData name="DAVIDE BRAMBILLA" userId="75fc52fa-2407-4d50-87e0-194fa3595366" providerId="ADAL" clId="{13B99187-7FB3-4381-A512-42AA89739898}" dt="2026-04-26T08:19:26.383" v="15498" actId="478"/>
          <ac:spMkLst>
            <pc:docMk/>
            <pc:sldMk cId="2792741476" sldId="263"/>
            <ac:spMk id="4" creationId="{C02A80C2-8102-B591-A204-A3B6D93E6A44}"/>
          </ac:spMkLst>
        </pc:spChg>
      </pc:sldChg>
      <pc:sldChg chg="addSp delSp modSp mod modNotesTx">
        <pc:chgData name="DAVIDE BRAMBILLA" userId="75fc52fa-2407-4d50-87e0-194fa3595366" providerId="ADAL" clId="{13B99187-7FB3-4381-A512-42AA89739898}" dt="2026-04-26T08:53:26.345" v="17050" actId="20577"/>
        <pc:sldMkLst>
          <pc:docMk/>
          <pc:sldMk cId="281753417" sldId="267"/>
        </pc:sldMkLst>
        <pc:spChg chg="mod topLvl">
          <ac:chgData name="DAVIDE BRAMBILLA" userId="75fc52fa-2407-4d50-87e0-194fa3595366" providerId="ADAL" clId="{13B99187-7FB3-4381-A512-42AA89739898}" dt="2026-04-23T07:08:35.774" v="4880" actId="164"/>
          <ac:spMkLst>
            <pc:docMk/>
            <pc:sldMk cId="281753417" sldId="267"/>
            <ac:spMk id="4" creationId="{93F977B5-0421-10DC-2A39-732C608B7029}"/>
          </ac:spMkLst>
        </pc:spChg>
        <pc:spChg chg="mod topLvl">
          <ac:chgData name="DAVIDE BRAMBILLA" userId="75fc52fa-2407-4d50-87e0-194fa3595366" providerId="ADAL" clId="{13B99187-7FB3-4381-A512-42AA89739898}" dt="2026-04-24T08:57:59.878" v="6646" actId="2711"/>
          <ac:spMkLst>
            <pc:docMk/>
            <pc:sldMk cId="281753417" sldId="267"/>
            <ac:spMk id="6" creationId="{43A47E46-BF72-CF1E-E4E3-CC12E117528F}"/>
          </ac:spMkLst>
        </pc:spChg>
        <pc:spChg chg="mod topLvl">
          <ac:chgData name="DAVIDE BRAMBILLA" userId="75fc52fa-2407-4d50-87e0-194fa3595366" providerId="ADAL" clId="{13B99187-7FB3-4381-A512-42AA89739898}" dt="2026-04-24T08:57:54.955" v="6645" actId="2711"/>
          <ac:spMkLst>
            <pc:docMk/>
            <pc:sldMk cId="281753417" sldId="267"/>
            <ac:spMk id="7" creationId="{95BD49E8-9845-9C9D-555A-15306F61F8A1}"/>
          </ac:spMkLst>
        </pc:spChg>
        <pc:spChg chg="mod topLvl">
          <ac:chgData name="DAVIDE BRAMBILLA" userId="75fc52fa-2407-4d50-87e0-194fa3595366" providerId="ADAL" clId="{13B99187-7FB3-4381-A512-42AA89739898}" dt="2026-04-23T07:08:35.774" v="4880" actId="164"/>
          <ac:spMkLst>
            <pc:docMk/>
            <pc:sldMk cId="281753417" sldId="267"/>
            <ac:spMk id="8" creationId="{4AC3F790-9A4C-657D-F325-BFF40AB6A450}"/>
          </ac:spMkLst>
        </pc:spChg>
        <pc:spChg chg="mod topLvl">
          <ac:chgData name="DAVIDE BRAMBILLA" userId="75fc52fa-2407-4d50-87e0-194fa3595366" providerId="ADAL" clId="{13B99187-7FB3-4381-A512-42AA89739898}" dt="2026-04-24T08:58:04.791" v="6647" actId="2711"/>
          <ac:spMkLst>
            <pc:docMk/>
            <pc:sldMk cId="281753417" sldId="267"/>
            <ac:spMk id="9" creationId="{318E5AB2-62C0-44A7-BDDC-7655F9C73EBD}"/>
          </ac:spMkLst>
        </pc:spChg>
        <pc:spChg chg="mod">
          <ac:chgData name="DAVIDE BRAMBILLA" userId="75fc52fa-2407-4d50-87e0-194fa3595366" providerId="ADAL" clId="{13B99187-7FB3-4381-A512-42AA89739898}" dt="2026-04-24T08:58:14.493" v="6649" actId="2711"/>
          <ac:spMkLst>
            <pc:docMk/>
            <pc:sldMk cId="281753417" sldId="267"/>
            <ac:spMk id="10" creationId="{EA14BCCD-2097-447E-D940-8056E2F67084}"/>
          </ac:spMkLst>
        </pc:spChg>
        <pc:spChg chg="mod topLvl">
          <ac:chgData name="DAVIDE BRAMBILLA" userId="75fc52fa-2407-4d50-87e0-194fa3595366" providerId="ADAL" clId="{13B99187-7FB3-4381-A512-42AA89739898}" dt="2026-04-23T07:08:35.774" v="4880" actId="164"/>
          <ac:spMkLst>
            <pc:docMk/>
            <pc:sldMk cId="281753417" sldId="267"/>
            <ac:spMk id="11" creationId="{B93C31DA-8C92-00DF-652E-A9A4EE030261}"/>
          </ac:spMkLst>
        </pc:spChg>
        <pc:spChg chg="mod topLvl">
          <ac:chgData name="DAVIDE BRAMBILLA" userId="75fc52fa-2407-4d50-87e0-194fa3595366" providerId="ADAL" clId="{13B99187-7FB3-4381-A512-42AA89739898}" dt="2026-04-24T08:58:22.883" v="6650" actId="2711"/>
          <ac:spMkLst>
            <pc:docMk/>
            <pc:sldMk cId="281753417" sldId="267"/>
            <ac:spMk id="12" creationId="{D20B0EF9-E31C-003E-EC68-850F6D994D4D}"/>
          </ac:spMkLst>
        </pc:spChg>
        <pc:spChg chg="mod">
          <ac:chgData name="DAVIDE BRAMBILLA" userId="75fc52fa-2407-4d50-87e0-194fa3595366" providerId="ADAL" clId="{13B99187-7FB3-4381-A512-42AA89739898}" dt="2026-04-24T08:58:26.908" v="6651" actId="2711"/>
          <ac:spMkLst>
            <pc:docMk/>
            <pc:sldMk cId="281753417" sldId="267"/>
            <ac:spMk id="13" creationId="{340F78F4-6B4F-144A-A953-28B667B62D63}"/>
          </ac:spMkLst>
        </pc:spChg>
        <pc:spChg chg="mod topLvl">
          <ac:chgData name="DAVIDE BRAMBILLA" userId="75fc52fa-2407-4d50-87e0-194fa3595366" providerId="ADAL" clId="{13B99187-7FB3-4381-A512-42AA89739898}" dt="2026-04-24T09:31:48.321" v="8204" actId="20577"/>
          <ac:spMkLst>
            <pc:docMk/>
            <pc:sldMk cId="281753417" sldId="267"/>
            <ac:spMk id="14" creationId="{2D4B0BBB-0B53-9159-75AF-E8F322B34A36}"/>
          </ac:spMkLst>
        </pc:spChg>
        <pc:spChg chg="mod">
          <ac:chgData name="DAVIDE BRAMBILLA" userId="75fc52fa-2407-4d50-87e0-194fa3595366" providerId="ADAL" clId="{13B99187-7FB3-4381-A512-42AA89739898}" dt="2026-04-23T07:06:30.667" v="4776" actId="14100"/>
          <ac:spMkLst>
            <pc:docMk/>
            <pc:sldMk cId="281753417" sldId="267"/>
            <ac:spMk id="15" creationId="{48B2EB06-AC97-4EC6-1AFF-6E2AC19C857C}"/>
          </ac:spMkLst>
        </pc:spChg>
        <pc:spChg chg="mod topLvl">
          <ac:chgData name="DAVIDE BRAMBILLA" userId="75fc52fa-2407-4d50-87e0-194fa3595366" providerId="ADAL" clId="{13B99187-7FB3-4381-A512-42AA89739898}" dt="2026-04-23T07:08:35.774" v="4880" actId="164"/>
          <ac:spMkLst>
            <pc:docMk/>
            <pc:sldMk cId="281753417" sldId="267"/>
            <ac:spMk id="16" creationId="{DD7DEF55-774C-CAB9-B94C-0C4A9178C208}"/>
          </ac:spMkLst>
        </pc:spChg>
        <pc:spChg chg="mod topLvl">
          <ac:chgData name="DAVIDE BRAMBILLA" userId="75fc52fa-2407-4d50-87e0-194fa3595366" providerId="ADAL" clId="{13B99187-7FB3-4381-A512-42AA89739898}" dt="2026-04-23T07:09:29.472" v="4915" actId="20577"/>
          <ac:spMkLst>
            <pc:docMk/>
            <pc:sldMk cId="281753417" sldId="267"/>
            <ac:spMk id="17" creationId="{E67A1DFF-AF16-99DC-DC36-190BC172B483}"/>
          </ac:spMkLst>
        </pc:spChg>
        <pc:grpChg chg="mod">
          <ac:chgData name="DAVIDE BRAMBILLA" userId="75fc52fa-2407-4d50-87e0-194fa3595366" providerId="ADAL" clId="{13B99187-7FB3-4381-A512-42AA89739898}" dt="2026-04-23T07:08:50.892" v="4909" actId="12789"/>
          <ac:grpSpMkLst>
            <pc:docMk/>
            <pc:sldMk cId="281753417" sldId="267"/>
            <ac:grpSpMk id="37" creationId="{4E162372-C9F0-053A-812D-1EC65CA3FD9B}"/>
          </ac:grpSpMkLst>
        </pc:grpChg>
      </pc:sldChg>
      <pc:sldChg chg="modNotesTx">
        <pc:chgData name="DAVIDE BRAMBILLA" userId="75fc52fa-2407-4d50-87e0-194fa3595366" providerId="ADAL" clId="{13B99187-7FB3-4381-A512-42AA89739898}" dt="2026-04-26T09:31:11.583" v="17107" actId="20577"/>
        <pc:sldMkLst>
          <pc:docMk/>
          <pc:sldMk cId="4164150768" sldId="272"/>
        </pc:sldMkLst>
      </pc:sldChg>
      <pc:sldChg chg="modSp mod">
        <pc:chgData name="DAVIDE BRAMBILLA" userId="75fc52fa-2407-4d50-87e0-194fa3595366" providerId="ADAL" clId="{13B99187-7FB3-4381-A512-42AA89739898}" dt="2026-04-25T14:13:29.352" v="14803" actId="12"/>
        <pc:sldMkLst>
          <pc:docMk/>
          <pc:sldMk cId="3104041997" sldId="273"/>
        </pc:sldMkLst>
        <pc:spChg chg="mod">
          <ac:chgData name="DAVIDE BRAMBILLA" userId="75fc52fa-2407-4d50-87e0-194fa3595366" providerId="ADAL" clId="{13B99187-7FB3-4381-A512-42AA89739898}" dt="2026-04-25T14:13:29.352" v="14803" actId="12"/>
          <ac:spMkLst>
            <pc:docMk/>
            <pc:sldMk cId="3104041997" sldId="273"/>
            <ac:spMk id="3" creationId="{DD7CA527-116C-99BB-447F-53EA456E4EAD}"/>
          </ac:spMkLst>
        </pc:spChg>
      </pc:sldChg>
      <pc:sldChg chg="addSp delSp modSp add mod">
        <pc:chgData name="DAVIDE BRAMBILLA" userId="75fc52fa-2407-4d50-87e0-194fa3595366" providerId="ADAL" clId="{13B99187-7FB3-4381-A512-42AA89739898}" dt="2026-04-25T14:43:57.939" v="15356" actId="20577"/>
        <pc:sldMkLst>
          <pc:docMk/>
          <pc:sldMk cId="3155817586" sldId="292"/>
        </pc:sldMkLst>
        <pc:spChg chg="mod">
          <ac:chgData name="DAVIDE BRAMBILLA" userId="75fc52fa-2407-4d50-87e0-194fa3595366" providerId="ADAL" clId="{13B99187-7FB3-4381-A512-42AA89739898}" dt="2026-04-25T14:43:57.939" v="15356" actId="20577"/>
          <ac:spMkLst>
            <pc:docMk/>
            <pc:sldMk cId="3155817586" sldId="292"/>
            <ac:spMk id="2" creationId="{1BC90C7A-DE03-5D48-31C6-25C3DFCC8CCD}"/>
          </ac:spMkLst>
        </pc:spChg>
        <pc:spChg chg="mod">
          <ac:chgData name="DAVIDE BRAMBILLA" userId="75fc52fa-2407-4d50-87e0-194fa3595366" providerId="ADAL" clId="{13B99187-7FB3-4381-A512-42AA89739898}" dt="2026-04-22T16:14:22.303" v="66"/>
          <ac:spMkLst>
            <pc:docMk/>
            <pc:sldMk cId="3155817586" sldId="292"/>
            <ac:spMk id="5" creationId="{23A712E5-F06B-20D3-FCBD-7ED233CBC55F}"/>
          </ac:spMkLst>
        </pc:spChg>
        <pc:spChg chg="mod">
          <ac:chgData name="DAVIDE BRAMBILLA" userId="75fc52fa-2407-4d50-87e0-194fa3595366" providerId="ADAL" clId="{13B99187-7FB3-4381-A512-42AA89739898}" dt="2026-04-22T16:14:22.303" v="66"/>
          <ac:spMkLst>
            <pc:docMk/>
            <pc:sldMk cId="3155817586" sldId="292"/>
            <ac:spMk id="6" creationId="{B43C7E74-7D6E-FD85-FF18-137F54193958}"/>
          </ac:spMkLst>
        </pc:spChg>
        <pc:spChg chg="mod">
          <ac:chgData name="DAVIDE BRAMBILLA" userId="75fc52fa-2407-4d50-87e0-194fa3595366" providerId="ADAL" clId="{13B99187-7FB3-4381-A512-42AA89739898}" dt="2026-04-22T16:14:22.303" v="66"/>
          <ac:spMkLst>
            <pc:docMk/>
            <pc:sldMk cId="3155817586" sldId="292"/>
            <ac:spMk id="9" creationId="{0ACD5FAE-738C-C0DA-9206-87E8C2478E96}"/>
          </ac:spMkLst>
        </pc:spChg>
        <pc:spChg chg="mod">
          <ac:chgData name="DAVIDE BRAMBILLA" userId="75fc52fa-2407-4d50-87e0-194fa3595366" providerId="ADAL" clId="{13B99187-7FB3-4381-A512-42AA89739898}" dt="2026-04-22T16:14:22.303" v="66"/>
          <ac:spMkLst>
            <pc:docMk/>
            <pc:sldMk cId="3155817586" sldId="292"/>
            <ac:spMk id="11" creationId="{9EAF9E60-0D75-BB34-EE6D-727A26B8336D}"/>
          </ac:spMkLst>
        </pc:spChg>
        <pc:spChg chg="add mod">
          <ac:chgData name="DAVIDE BRAMBILLA" userId="75fc52fa-2407-4d50-87e0-194fa3595366" providerId="ADAL" clId="{13B99187-7FB3-4381-A512-42AA89739898}" dt="2026-04-22T18:35:29.893" v="1783" actId="20577"/>
          <ac:spMkLst>
            <pc:docMk/>
            <pc:sldMk cId="3155817586" sldId="292"/>
            <ac:spMk id="31" creationId="{202113E2-5547-A4E7-D3C6-5273289F7CEA}"/>
          </ac:spMkLst>
        </pc:spChg>
        <pc:spChg chg="add mod">
          <ac:chgData name="DAVIDE BRAMBILLA" userId="75fc52fa-2407-4d50-87e0-194fa3595366" providerId="ADAL" clId="{13B99187-7FB3-4381-A512-42AA89739898}" dt="2026-04-22T18:35:38.796" v="1802" actId="20577"/>
          <ac:spMkLst>
            <pc:docMk/>
            <pc:sldMk cId="3155817586" sldId="292"/>
            <ac:spMk id="32" creationId="{03016CF0-2199-62F5-C8E2-6A03A6AEAC43}"/>
          </ac:spMkLst>
        </pc:spChg>
        <pc:grpChg chg="add mod">
          <ac:chgData name="DAVIDE BRAMBILLA" userId="75fc52fa-2407-4d50-87e0-194fa3595366" providerId="ADAL" clId="{13B99187-7FB3-4381-A512-42AA89739898}" dt="2026-04-22T16:30:14.405" v="834" actId="164"/>
          <ac:grpSpMkLst>
            <pc:docMk/>
            <pc:sldMk cId="3155817586" sldId="292"/>
            <ac:grpSpMk id="4" creationId="{FEF49DFA-54AD-3DF8-1261-29244AC18E95}"/>
          </ac:grpSpMkLst>
        </pc:grpChg>
        <pc:grpChg chg="add mod">
          <ac:chgData name="DAVIDE BRAMBILLA" userId="75fc52fa-2407-4d50-87e0-194fa3595366" providerId="ADAL" clId="{13B99187-7FB3-4381-A512-42AA89739898}" dt="2026-04-22T16:30:14.405" v="834" actId="164"/>
          <ac:grpSpMkLst>
            <pc:docMk/>
            <pc:sldMk cId="3155817586" sldId="292"/>
            <ac:grpSpMk id="7" creationId="{CD98AF30-D0A4-68FB-F4DC-8E1D31D9275D}"/>
          </ac:grpSpMkLst>
        </pc:grpChg>
        <pc:grpChg chg="add mod">
          <ac:chgData name="DAVIDE BRAMBILLA" userId="75fc52fa-2407-4d50-87e0-194fa3595366" providerId="ADAL" clId="{13B99187-7FB3-4381-A512-42AA89739898}" dt="2026-04-22T16:30:37.851" v="849" actId="1035"/>
          <ac:grpSpMkLst>
            <pc:docMk/>
            <pc:sldMk cId="3155817586" sldId="292"/>
            <ac:grpSpMk id="27" creationId="{C102DB26-9CB4-3FB7-F963-31EB7702EAF4}"/>
          </ac:grpSpMkLst>
        </pc:grpChg>
      </pc:sldChg>
      <pc:sldChg chg="addSp delSp modSp add mod">
        <pc:chgData name="DAVIDE BRAMBILLA" userId="75fc52fa-2407-4d50-87e0-194fa3595366" providerId="ADAL" clId="{13B99187-7FB3-4381-A512-42AA89739898}" dt="2026-04-25T14:43:40.808" v="15350" actId="20577"/>
        <pc:sldMkLst>
          <pc:docMk/>
          <pc:sldMk cId="2005944" sldId="294"/>
        </pc:sldMkLst>
        <pc:spChg chg="mod">
          <ac:chgData name="DAVIDE BRAMBILLA" userId="75fc52fa-2407-4d50-87e0-194fa3595366" providerId="ADAL" clId="{13B99187-7FB3-4381-A512-42AA89739898}" dt="2026-04-25T14:43:40.808" v="15350" actId="20577"/>
          <ac:spMkLst>
            <pc:docMk/>
            <pc:sldMk cId="2005944" sldId="294"/>
            <ac:spMk id="2" creationId="{F780CA21-49F3-AC36-8904-9BAC6D700C95}"/>
          </ac:spMkLst>
        </pc:spChg>
        <pc:spChg chg="add mod">
          <ac:chgData name="DAVIDE BRAMBILLA" userId="75fc52fa-2407-4d50-87e0-194fa3595366" providerId="ADAL" clId="{13B99187-7FB3-4381-A512-42AA89739898}" dt="2026-04-25T14:25:08.332" v="15151" actId="1035"/>
          <ac:spMkLst>
            <pc:docMk/>
            <pc:sldMk cId="2005944" sldId="294"/>
            <ac:spMk id="7" creationId="{E4DC6C10-A010-B4DE-3A50-794B274DA26B}"/>
          </ac:spMkLst>
        </pc:spChg>
        <pc:spChg chg="mod">
          <ac:chgData name="DAVIDE BRAMBILLA" userId="75fc52fa-2407-4d50-87e0-194fa3595366" providerId="ADAL" clId="{13B99187-7FB3-4381-A512-42AA89739898}" dt="2026-04-22T18:30:26.848" v="1571" actId="165"/>
          <ac:spMkLst>
            <pc:docMk/>
            <pc:sldMk cId="2005944" sldId="294"/>
            <ac:spMk id="18" creationId="{E03E96CE-A427-A1D0-51C3-BC08BFA855F1}"/>
          </ac:spMkLst>
        </pc:spChg>
        <pc:spChg chg="add mod">
          <ac:chgData name="DAVIDE BRAMBILLA" userId="75fc52fa-2407-4d50-87e0-194fa3595366" providerId="ADAL" clId="{13B99187-7FB3-4381-A512-42AA89739898}" dt="2026-04-25T14:25:08.332" v="15151" actId="1035"/>
          <ac:spMkLst>
            <pc:docMk/>
            <pc:sldMk cId="2005944" sldId="294"/>
            <ac:spMk id="23" creationId="{25E343AC-7380-2C78-F582-5A65E1225377}"/>
          </ac:spMkLst>
        </pc:spChg>
        <pc:spChg chg="mod">
          <ac:chgData name="DAVIDE BRAMBILLA" userId="75fc52fa-2407-4d50-87e0-194fa3595366" providerId="ADAL" clId="{13B99187-7FB3-4381-A512-42AA89739898}" dt="2026-04-22T18:30:26.848" v="1571" actId="165"/>
          <ac:spMkLst>
            <pc:docMk/>
            <pc:sldMk cId="2005944" sldId="294"/>
            <ac:spMk id="33" creationId="{4B77047C-9041-4D1E-9B22-37364F95FF09}"/>
          </ac:spMkLst>
        </pc:spChg>
        <pc:spChg chg="mod">
          <ac:chgData name="DAVIDE BRAMBILLA" userId="75fc52fa-2407-4d50-87e0-194fa3595366" providerId="ADAL" clId="{13B99187-7FB3-4381-A512-42AA89739898}" dt="2026-04-22T18:30:26.848" v="1571" actId="165"/>
          <ac:spMkLst>
            <pc:docMk/>
            <pc:sldMk cId="2005944" sldId="294"/>
            <ac:spMk id="35" creationId="{58FE08E4-E292-B5AC-40CE-F2D31DC755BF}"/>
          </ac:spMkLst>
        </pc:spChg>
        <pc:spChg chg="mod">
          <ac:chgData name="DAVIDE BRAMBILLA" userId="75fc52fa-2407-4d50-87e0-194fa3595366" providerId="ADAL" clId="{13B99187-7FB3-4381-A512-42AA89739898}" dt="2026-04-22T18:30:26.848" v="1571" actId="165"/>
          <ac:spMkLst>
            <pc:docMk/>
            <pc:sldMk cId="2005944" sldId="294"/>
            <ac:spMk id="36" creationId="{C18ABC38-CFD9-B779-C09D-6AA989345B0B}"/>
          </ac:spMkLst>
        </pc:spChg>
        <pc:grpChg chg="add mod topLvl">
          <ac:chgData name="DAVIDE BRAMBILLA" userId="75fc52fa-2407-4d50-87e0-194fa3595366" providerId="ADAL" clId="{13B99187-7FB3-4381-A512-42AA89739898}" dt="2026-04-22T18:30:58.287" v="1594" actId="164"/>
          <ac:grpSpMkLst>
            <pc:docMk/>
            <pc:sldMk cId="2005944" sldId="294"/>
            <ac:grpSpMk id="17" creationId="{AFD1E8AE-A5D0-5D16-6441-58D4412500B6}"/>
          </ac:grpSpMkLst>
        </pc:grpChg>
        <pc:grpChg chg="add mod">
          <ac:chgData name="DAVIDE BRAMBILLA" userId="75fc52fa-2407-4d50-87e0-194fa3595366" providerId="ADAL" clId="{13B99187-7FB3-4381-A512-42AA89739898}" dt="2026-04-25T14:25:17.254" v="15156" actId="1035"/>
          <ac:grpSpMkLst>
            <pc:docMk/>
            <pc:sldMk cId="2005944" sldId="294"/>
            <ac:grpSpMk id="22" creationId="{D28EC195-AF8E-9441-CADB-D4D24667E4F4}"/>
          </ac:grpSpMkLst>
        </pc:grpChg>
        <pc:grpChg chg="add mod topLvl">
          <ac:chgData name="DAVIDE BRAMBILLA" userId="75fc52fa-2407-4d50-87e0-194fa3595366" providerId="ADAL" clId="{13B99187-7FB3-4381-A512-42AA89739898}" dt="2026-04-22T18:30:58.287" v="1594" actId="164"/>
          <ac:grpSpMkLst>
            <pc:docMk/>
            <pc:sldMk cId="2005944" sldId="294"/>
            <ac:grpSpMk id="34" creationId="{31473EC3-6573-E697-5C2C-751A767CB9BC}"/>
          </ac:grpSpMkLst>
        </pc:grpChg>
      </pc:sldChg>
      <pc:sldChg chg="addSp delSp modSp add mod">
        <pc:chgData name="DAVIDE BRAMBILLA" userId="75fc52fa-2407-4d50-87e0-194fa3595366" providerId="ADAL" clId="{13B99187-7FB3-4381-A512-42AA89739898}" dt="2026-04-25T14:43:52.511" v="15354" actId="20577"/>
        <pc:sldMkLst>
          <pc:docMk/>
          <pc:sldMk cId="1007388743" sldId="295"/>
        </pc:sldMkLst>
        <pc:spChg chg="mod">
          <ac:chgData name="DAVIDE BRAMBILLA" userId="75fc52fa-2407-4d50-87e0-194fa3595366" providerId="ADAL" clId="{13B99187-7FB3-4381-A512-42AA89739898}" dt="2026-04-25T14:43:52.511" v="15354" actId="20577"/>
          <ac:spMkLst>
            <pc:docMk/>
            <pc:sldMk cId="1007388743" sldId="295"/>
            <ac:spMk id="2" creationId="{F35941FB-B4E8-EF5B-45D7-17FB0C377FDD}"/>
          </ac:spMkLst>
        </pc:spChg>
        <pc:spChg chg="mod">
          <ac:chgData name="DAVIDE BRAMBILLA" userId="75fc52fa-2407-4d50-87e0-194fa3595366" providerId="ADAL" clId="{13B99187-7FB3-4381-A512-42AA89739898}" dt="2026-04-22T16:24:45.557" v="593"/>
          <ac:spMkLst>
            <pc:docMk/>
            <pc:sldMk cId="1007388743" sldId="295"/>
            <ac:spMk id="13" creationId="{1D009624-8269-40B8-DCC8-1777DE66D3C9}"/>
          </ac:spMkLst>
        </pc:spChg>
        <pc:spChg chg="mod">
          <ac:chgData name="DAVIDE BRAMBILLA" userId="75fc52fa-2407-4d50-87e0-194fa3595366" providerId="ADAL" clId="{13B99187-7FB3-4381-A512-42AA89739898}" dt="2026-04-22T16:24:45.557" v="593"/>
          <ac:spMkLst>
            <pc:docMk/>
            <pc:sldMk cId="1007388743" sldId="295"/>
            <ac:spMk id="15" creationId="{88AA5FC9-5CA4-F210-1513-0B845E94452B}"/>
          </ac:spMkLst>
        </pc:spChg>
        <pc:spChg chg="add mod">
          <ac:chgData name="DAVIDE BRAMBILLA" userId="75fc52fa-2407-4d50-87e0-194fa3595366" providerId="ADAL" clId="{13B99187-7FB3-4381-A512-42AA89739898}" dt="2026-04-22T16:32:38.328" v="949" actId="14100"/>
          <ac:spMkLst>
            <pc:docMk/>
            <pc:sldMk cId="1007388743" sldId="295"/>
            <ac:spMk id="30" creationId="{A387B33C-ADAD-EB41-A8D3-E135D1C021A6}"/>
          </ac:spMkLst>
        </pc:spChg>
        <pc:grpChg chg="add mod">
          <ac:chgData name="DAVIDE BRAMBILLA" userId="75fc52fa-2407-4d50-87e0-194fa3595366" providerId="ADAL" clId="{13B99187-7FB3-4381-A512-42AA89739898}" dt="2026-04-22T16:25:29.696" v="631" actId="1035"/>
          <ac:grpSpMkLst>
            <pc:docMk/>
            <pc:sldMk cId="1007388743" sldId="295"/>
            <ac:grpSpMk id="3" creationId="{B5436D2F-F4CA-D21C-84EC-B6AFEAA48B4B}"/>
          </ac:grpSpMkLst>
        </pc:grpChg>
      </pc:sldChg>
      <pc:sldChg chg="addSp delSp modSp add mod ord">
        <pc:chgData name="DAVIDE BRAMBILLA" userId="75fc52fa-2407-4d50-87e0-194fa3595366" providerId="ADAL" clId="{13B99187-7FB3-4381-A512-42AA89739898}" dt="2026-04-25T14:43:43.980" v="15352" actId="20577"/>
        <pc:sldMkLst>
          <pc:docMk/>
          <pc:sldMk cId="0" sldId="296"/>
        </pc:sldMkLst>
        <pc:spChg chg="mod">
          <ac:chgData name="DAVIDE BRAMBILLA" userId="75fc52fa-2407-4d50-87e0-194fa3595366" providerId="ADAL" clId="{13B99187-7FB3-4381-A512-42AA89739898}" dt="2026-04-25T14:43:43.980" v="15352" actId="20577"/>
          <ac:spMkLst>
            <pc:docMk/>
            <pc:sldMk cId="0" sldId="296"/>
            <ac:spMk id="12" creationId="{00000000-0000-0000-0000-000000000000}"/>
          </ac:spMkLst>
        </pc:spChg>
        <pc:spChg chg="mod">
          <ac:chgData name="DAVIDE BRAMBILLA" userId="75fc52fa-2407-4d50-87e0-194fa3595366" providerId="ADAL" clId="{13B99187-7FB3-4381-A512-42AA89739898}" dt="2026-04-22T18:34:28.223" v="1770" actId="164"/>
          <ac:spMkLst>
            <pc:docMk/>
            <pc:sldMk cId="0" sldId="296"/>
            <ac:spMk id="29" creationId="{00000000-0000-0000-0000-000000000000}"/>
          </ac:spMkLst>
        </pc:spChg>
        <pc:spChg chg="mod">
          <ac:chgData name="DAVIDE BRAMBILLA" userId="75fc52fa-2407-4d50-87e0-194fa3595366" providerId="ADAL" clId="{13B99187-7FB3-4381-A512-42AA89739898}" dt="2026-04-22T18:34:28.223" v="1770" actId="164"/>
          <ac:spMkLst>
            <pc:docMk/>
            <pc:sldMk cId="0" sldId="296"/>
            <ac:spMk id="30" creationId="{00000000-0000-0000-0000-000000000000}"/>
          </ac:spMkLst>
        </pc:spChg>
        <pc:spChg chg="mod">
          <ac:chgData name="DAVIDE BRAMBILLA" userId="75fc52fa-2407-4d50-87e0-194fa3595366" providerId="ADAL" clId="{13B99187-7FB3-4381-A512-42AA89739898}" dt="2026-04-24T09:32:02.340" v="8215" actId="20577"/>
          <ac:spMkLst>
            <pc:docMk/>
            <pc:sldMk cId="0" sldId="296"/>
            <ac:spMk id="31" creationId="{00000000-0000-0000-0000-000000000000}"/>
          </ac:spMkLst>
        </pc:spChg>
        <pc:spChg chg="mod">
          <ac:chgData name="DAVIDE BRAMBILLA" userId="75fc52fa-2407-4d50-87e0-194fa3595366" providerId="ADAL" clId="{13B99187-7FB3-4381-A512-42AA89739898}" dt="2026-04-22T18:34:28.223" v="1770" actId="164"/>
          <ac:spMkLst>
            <pc:docMk/>
            <pc:sldMk cId="0" sldId="296"/>
            <ac:spMk id="32" creationId="{00000000-0000-0000-0000-000000000000}"/>
          </ac:spMkLst>
        </pc:spChg>
        <pc:spChg chg="mod">
          <ac:chgData name="DAVIDE BRAMBILLA" userId="75fc52fa-2407-4d50-87e0-194fa3595366" providerId="ADAL" clId="{13B99187-7FB3-4381-A512-42AA89739898}" dt="2026-04-22T18:34:28.223" v="1770" actId="164"/>
          <ac:spMkLst>
            <pc:docMk/>
            <pc:sldMk cId="0" sldId="296"/>
            <ac:spMk id="34" creationId="{00000000-0000-0000-0000-000000000000}"/>
          </ac:spMkLst>
        </pc:spChg>
        <pc:spChg chg="mod">
          <ac:chgData name="DAVIDE BRAMBILLA" userId="75fc52fa-2407-4d50-87e0-194fa3595366" providerId="ADAL" clId="{13B99187-7FB3-4381-A512-42AA89739898}" dt="2026-04-22T18:34:28.223" v="1770" actId="164"/>
          <ac:spMkLst>
            <pc:docMk/>
            <pc:sldMk cId="0" sldId="296"/>
            <ac:spMk id="35" creationId="{00000000-0000-0000-0000-000000000000}"/>
          </ac:spMkLst>
        </pc:spChg>
        <pc:spChg chg="mod">
          <ac:chgData name="DAVIDE BRAMBILLA" userId="75fc52fa-2407-4d50-87e0-194fa3595366" providerId="ADAL" clId="{13B99187-7FB3-4381-A512-42AA89739898}" dt="2026-04-22T18:34:28.223" v="1770" actId="164"/>
          <ac:spMkLst>
            <pc:docMk/>
            <pc:sldMk cId="0" sldId="296"/>
            <ac:spMk id="36" creationId="{00000000-0000-0000-0000-000000000000}"/>
          </ac:spMkLst>
        </pc:spChg>
        <pc:spChg chg="mod">
          <ac:chgData name="DAVIDE BRAMBILLA" userId="75fc52fa-2407-4d50-87e0-194fa3595366" providerId="ADAL" clId="{13B99187-7FB3-4381-A512-42AA89739898}" dt="2026-04-22T18:34:28.223" v="1770" actId="164"/>
          <ac:spMkLst>
            <pc:docMk/>
            <pc:sldMk cId="0" sldId="296"/>
            <ac:spMk id="41" creationId="{00000000-0000-0000-0000-000000000000}"/>
          </ac:spMkLst>
        </pc:spChg>
        <pc:spChg chg="add mod">
          <ac:chgData name="DAVIDE BRAMBILLA" userId="75fc52fa-2407-4d50-87e0-194fa3595366" providerId="ADAL" clId="{13B99187-7FB3-4381-A512-42AA89739898}" dt="2026-04-22T18:34:28.223" v="1770" actId="164"/>
          <ac:spMkLst>
            <pc:docMk/>
            <pc:sldMk cId="0" sldId="296"/>
            <ac:spMk id="46" creationId="{F4EF339C-FC39-00FE-F1AB-BD5EB12456FB}"/>
          </ac:spMkLst>
        </pc:spChg>
        <pc:spChg chg="add mod">
          <ac:chgData name="DAVIDE BRAMBILLA" userId="75fc52fa-2407-4d50-87e0-194fa3595366" providerId="ADAL" clId="{13B99187-7FB3-4381-A512-42AA89739898}" dt="2026-04-22T18:34:28.223" v="1770" actId="164"/>
          <ac:spMkLst>
            <pc:docMk/>
            <pc:sldMk cId="0" sldId="296"/>
            <ac:spMk id="47" creationId="{C8A63C8E-2BAB-70ED-DEA2-BDA6DF2346E0}"/>
          </ac:spMkLst>
        </pc:spChg>
        <pc:grpChg chg="mod">
          <ac:chgData name="DAVIDE BRAMBILLA" userId="75fc52fa-2407-4d50-87e0-194fa3595366" providerId="ADAL" clId="{13B99187-7FB3-4381-A512-42AA89739898}" dt="2026-04-22T18:34:34.573" v="1771" actId="12788"/>
          <ac:grpSpMkLst>
            <pc:docMk/>
            <pc:sldMk cId="0" sldId="296"/>
            <ac:grpSpMk id="48" creationId="{9E1A0400-B4B2-20BF-E47F-15FA305262A0}"/>
          </ac:grpSpMkLst>
        </pc:grpChg>
      </pc:sldChg>
      <pc:sldChg chg="addSp delSp modSp mod modNotesTx">
        <pc:chgData name="DAVIDE BRAMBILLA" userId="75fc52fa-2407-4d50-87e0-194fa3595366" providerId="ADAL" clId="{13B99187-7FB3-4381-A512-42AA89739898}" dt="2026-04-25T13:44:27.213" v="14186" actId="20577"/>
        <pc:sldMkLst>
          <pc:docMk/>
          <pc:sldMk cId="2187909618" sldId="302"/>
        </pc:sldMkLst>
        <pc:spChg chg="add mod">
          <ac:chgData name="DAVIDE BRAMBILLA" userId="75fc52fa-2407-4d50-87e0-194fa3595366" providerId="ADAL" clId="{13B99187-7FB3-4381-A512-42AA89739898}" dt="2026-04-24T09:15:33.216" v="7534" actId="1038"/>
          <ac:spMkLst>
            <pc:docMk/>
            <pc:sldMk cId="2187909618" sldId="302"/>
            <ac:spMk id="3" creationId="{29E7DC3B-B798-3363-5EA8-6156838927B0}"/>
          </ac:spMkLst>
        </pc:spChg>
        <pc:spChg chg="mod topLvl">
          <ac:chgData name="DAVIDE BRAMBILLA" userId="75fc52fa-2407-4d50-87e0-194fa3595366" providerId="ADAL" clId="{13B99187-7FB3-4381-A512-42AA89739898}" dt="2026-04-24T09:18:50.438" v="7573" actId="12788"/>
          <ac:spMkLst>
            <pc:docMk/>
            <pc:sldMk cId="2187909618" sldId="302"/>
            <ac:spMk id="4" creationId="{EAA4A31F-1AF8-42DC-3BDD-715F483A8E2B}"/>
          </ac:spMkLst>
        </pc:spChg>
        <pc:spChg chg="mod topLvl">
          <ac:chgData name="DAVIDE BRAMBILLA" userId="75fc52fa-2407-4d50-87e0-194fa3595366" providerId="ADAL" clId="{13B99187-7FB3-4381-A512-42AA89739898}" dt="2026-04-24T09:10:25.727" v="7393" actId="164"/>
          <ac:spMkLst>
            <pc:docMk/>
            <pc:sldMk cId="2187909618" sldId="302"/>
            <ac:spMk id="5" creationId="{B3F73156-491F-C9BF-85FD-772D1D2ABBC7}"/>
          </ac:spMkLst>
        </pc:spChg>
        <pc:spChg chg="mod topLvl">
          <ac:chgData name="DAVIDE BRAMBILLA" userId="75fc52fa-2407-4d50-87e0-194fa3595366" providerId="ADAL" clId="{13B99187-7FB3-4381-A512-42AA89739898}" dt="2026-04-24T09:38:44.966" v="8922" actId="114"/>
          <ac:spMkLst>
            <pc:docMk/>
            <pc:sldMk cId="2187909618" sldId="302"/>
            <ac:spMk id="6" creationId="{A6A30D74-4E1B-A9B7-6E69-9D546986F800}"/>
          </ac:spMkLst>
        </pc:spChg>
        <pc:spChg chg="mod">
          <ac:chgData name="DAVIDE BRAMBILLA" userId="75fc52fa-2407-4d50-87e0-194fa3595366" providerId="ADAL" clId="{13B99187-7FB3-4381-A512-42AA89739898}" dt="2026-04-24T09:18:24.436" v="7570" actId="12788"/>
          <ac:spMkLst>
            <pc:docMk/>
            <pc:sldMk cId="2187909618" sldId="302"/>
            <ac:spMk id="7" creationId="{C7661540-C13E-9083-1A41-275521BE589C}"/>
          </ac:spMkLst>
        </pc:spChg>
        <pc:spChg chg="mod topLvl">
          <ac:chgData name="DAVIDE BRAMBILLA" userId="75fc52fa-2407-4d50-87e0-194fa3595366" providerId="ADAL" clId="{13B99187-7FB3-4381-A512-42AA89739898}" dt="2026-04-24T09:13:07.829" v="7474" actId="403"/>
          <ac:spMkLst>
            <pc:docMk/>
            <pc:sldMk cId="2187909618" sldId="302"/>
            <ac:spMk id="8" creationId="{D6CE0962-8152-29B8-E194-F1FDC3E5A390}"/>
          </ac:spMkLst>
        </pc:spChg>
        <pc:spChg chg="mod topLvl">
          <ac:chgData name="DAVIDE BRAMBILLA" userId="75fc52fa-2407-4d50-87e0-194fa3595366" providerId="ADAL" clId="{13B99187-7FB3-4381-A512-42AA89739898}" dt="2026-04-24T09:18:24.436" v="7570" actId="12788"/>
          <ac:spMkLst>
            <pc:docMk/>
            <pc:sldMk cId="2187909618" sldId="302"/>
            <ac:spMk id="9" creationId="{DF5CFECE-1896-2E64-1C71-E0A3A3C0DB6B}"/>
          </ac:spMkLst>
        </pc:spChg>
        <pc:spChg chg="add mod topLvl">
          <ac:chgData name="DAVIDE BRAMBILLA" userId="75fc52fa-2407-4d50-87e0-194fa3595366" providerId="ADAL" clId="{13B99187-7FB3-4381-A512-42AA89739898}" dt="2026-04-24T09:18:38.358" v="7572" actId="12788"/>
          <ac:spMkLst>
            <pc:docMk/>
            <pc:sldMk cId="2187909618" sldId="302"/>
            <ac:spMk id="10" creationId="{F497E5D5-C402-EE55-D225-36E0C9771D27}"/>
          </ac:spMkLst>
        </pc:spChg>
        <pc:spChg chg="add mod topLvl">
          <ac:chgData name="DAVIDE BRAMBILLA" userId="75fc52fa-2407-4d50-87e0-194fa3595366" providerId="ADAL" clId="{13B99187-7FB3-4381-A512-42AA89739898}" dt="2026-04-24T09:13:23.581" v="7477" actId="403"/>
          <ac:spMkLst>
            <pc:docMk/>
            <pc:sldMk cId="2187909618" sldId="302"/>
            <ac:spMk id="12" creationId="{19D5F7C6-CE51-4B56-4B34-89B878A5B033}"/>
          </ac:spMkLst>
        </pc:spChg>
        <pc:spChg chg="add mod topLvl">
          <ac:chgData name="DAVIDE BRAMBILLA" userId="75fc52fa-2407-4d50-87e0-194fa3595366" providerId="ADAL" clId="{13B99187-7FB3-4381-A512-42AA89739898}" dt="2026-04-24T09:18:38.358" v="7572" actId="12788"/>
          <ac:spMkLst>
            <pc:docMk/>
            <pc:sldMk cId="2187909618" sldId="302"/>
            <ac:spMk id="13" creationId="{2470F929-EC10-FA46-DAF5-FC54900568AA}"/>
          </ac:spMkLst>
        </pc:spChg>
        <pc:spChg chg="add mod">
          <ac:chgData name="DAVIDE BRAMBILLA" userId="75fc52fa-2407-4d50-87e0-194fa3595366" providerId="ADAL" clId="{13B99187-7FB3-4381-A512-42AA89739898}" dt="2026-04-24T09:18:19.716" v="7569" actId="552"/>
          <ac:spMkLst>
            <pc:docMk/>
            <pc:sldMk cId="2187909618" sldId="302"/>
            <ac:spMk id="15" creationId="{3A92ACC4-5FE4-F44F-ADC9-0EBA9445E5A9}"/>
          </ac:spMkLst>
        </pc:spChg>
        <pc:spChg chg="add mod">
          <ac:chgData name="DAVIDE BRAMBILLA" userId="75fc52fa-2407-4d50-87e0-194fa3595366" providerId="ADAL" clId="{13B99187-7FB3-4381-A512-42AA89739898}" dt="2026-04-24T09:16:58.040" v="7559" actId="1036"/>
          <ac:spMkLst>
            <pc:docMk/>
            <pc:sldMk cId="2187909618" sldId="302"/>
            <ac:spMk id="16" creationId="{19340971-E611-5445-8C8C-3ED281671C80}"/>
          </ac:spMkLst>
        </pc:spChg>
        <pc:spChg chg="add mod">
          <ac:chgData name="DAVIDE BRAMBILLA" userId="75fc52fa-2407-4d50-87e0-194fa3595366" providerId="ADAL" clId="{13B99187-7FB3-4381-A512-42AA89739898}" dt="2026-04-24T09:18:30.430" v="7571" actId="12788"/>
          <ac:spMkLst>
            <pc:docMk/>
            <pc:sldMk cId="2187909618" sldId="302"/>
            <ac:spMk id="17" creationId="{F843DE71-8DDF-BB4C-577D-E93AF4CE75B1}"/>
          </ac:spMkLst>
        </pc:spChg>
        <pc:spChg chg="add mod">
          <ac:chgData name="DAVIDE BRAMBILLA" userId="75fc52fa-2407-4d50-87e0-194fa3595366" providerId="ADAL" clId="{13B99187-7FB3-4381-A512-42AA89739898}" dt="2026-04-24T09:18:50.438" v="7573" actId="12788"/>
          <ac:spMkLst>
            <pc:docMk/>
            <pc:sldMk cId="2187909618" sldId="302"/>
            <ac:spMk id="18" creationId="{DD00D589-1B77-1B5A-96D6-7EE2945DAA57}"/>
          </ac:spMkLst>
        </pc:spChg>
        <pc:spChg chg="add mod">
          <ac:chgData name="DAVIDE BRAMBILLA" userId="75fc52fa-2407-4d50-87e0-194fa3595366" providerId="ADAL" clId="{13B99187-7FB3-4381-A512-42AA89739898}" dt="2026-04-24T09:21:01.578" v="7577" actId="113"/>
          <ac:spMkLst>
            <pc:docMk/>
            <pc:sldMk cId="2187909618" sldId="302"/>
            <ac:spMk id="19" creationId="{9936584C-EEBC-71DA-A6CB-E4D7C4832A32}"/>
          </ac:spMkLst>
        </pc:spChg>
        <pc:spChg chg="add mod">
          <ac:chgData name="DAVIDE BRAMBILLA" userId="75fc52fa-2407-4d50-87e0-194fa3595366" providerId="ADAL" clId="{13B99187-7FB3-4381-A512-42AA89739898}" dt="2026-04-24T09:18:50.438" v="7573" actId="12788"/>
          <ac:spMkLst>
            <pc:docMk/>
            <pc:sldMk cId="2187909618" sldId="302"/>
            <ac:spMk id="20" creationId="{A15F9AD4-72EC-B95F-2D40-30A875543819}"/>
          </ac:spMkLst>
        </pc:spChg>
        <pc:spChg chg="add mod">
          <ac:chgData name="DAVIDE BRAMBILLA" userId="75fc52fa-2407-4d50-87e0-194fa3595366" providerId="ADAL" clId="{13B99187-7FB3-4381-A512-42AA89739898}" dt="2026-04-24T09:13:13.997" v="7475" actId="403"/>
          <ac:spMkLst>
            <pc:docMk/>
            <pc:sldMk cId="2187909618" sldId="302"/>
            <ac:spMk id="21" creationId="{0364A8B0-D4BD-898A-24E5-21FF08BC0702}"/>
          </ac:spMkLst>
        </pc:spChg>
        <pc:spChg chg="add mod">
          <ac:chgData name="DAVIDE BRAMBILLA" userId="75fc52fa-2407-4d50-87e0-194fa3595366" providerId="ADAL" clId="{13B99187-7FB3-4381-A512-42AA89739898}" dt="2026-04-24T09:18:30.430" v="7571" actId="12788"/>
          <ac:spMkLst>
            <pc:docMk/>
            <pc:sldMk cId="2187909618" sldId="302"/>
            <ac:spMk id="22" creationId="{A475951B-D77E-92A2-007D-A580B2895F99}"/>
          </ac:spMkLst>
        </pc:spChg>
        <pc:spChg chg="add mod">
          <ac:chgData name="DAVIDE BRAMBILLA" userId="75fc52fa-2407-4d50-87e0-194fa3595366" providerId="ADAL" clId="{13B99187-7FB3-4381-A512-42AA89739898}" dt="2026-04-24T09:18:19.716" v="7569" actId="552"/>
          <ac:spMkLst>
            <pc:docMk/>
            <pc:sldMk cId="2187909618" sldId="302"/>
            <ac:spMk id="24" creationId="{4C08AD79-4FED-FA2F-072A-E31CFF1C48F3}"/>
          </ac:spMkLst>
        </pc:spChg>
        <pc:spChg chg="add mod">
          <ac:chgData name="DAVIDE BRAMBILLA" userId="75fc52fa-2407-4d50-87e0-194fa3595366" providerId="ADAL" clId="{13B99187-7FB3-4381-A512-42AA89739898}" dt="2026-04-24T09:18:50.438" v="7573" actId="12788"/>
          <ac:spMkLst>
            <pc:docMk/>
            <pc:sldMk cId="2187909618" sldId="302"/>
            <ac:spMk id="25" creationId="{E9DB8CCA-C701-BFAA-6749-35D9BD0EAE4C}"/>
          </ac:spMkLst>
        </pc:spChg>
        <pc:spChg chg="add mod">
          <ac:chgData name="DAVIDE BRAMBILLA" userId="75fc52fa-2407-4d50-87e0-194fa3595366" providerId="ADAL" clId="{13B99187-7FB3-4381-A512-42AA89739898}" dt="2026-04-24T09:13:18.474" v="7476" actId="403"/>
          <ac:spMkLst>
            <pc:docMk/>
            <pc:sldMk cId="2187909618" sldId="302"/>
            <ac:spMk id="26" creationId="{CB98F993-CB34-2968-B284-1A105004F488}"/>
          </ac:spMkLst>
        </pc:spChg>
        <pc:spChg chg="add mod">
          <ac:chgData name="DAVIDE BRAMBILLA" userId="75fc52fa-2407-4d50-87e0-194fa3595366" providerId="ADAL" clId="{13B99187-7FB3-4381-A512-42AA89739898}" dt="2026-04-24T09:18:50.438" v="7573" actId="12788"/>
          <ac:spMkLst>
            <pc:docMk/>
            <pc:sldMk cId="2187909618" sldId="302"/>
            <ac:spMk id="27" creationId="{3CC8CDDE-9517-9EA2-4679-EF7BA816FDF6}"/>
          </ac:spMkLst>
        </pc:spChg>
        <pc:grpChg chg="add mod">
          <ac:chgData name="DAVIDE BRAMBILLA" userId="75fc52fa-2407-4d50-87e0-194fa3595366" providerId="ADAL" clId="{13B99187-7FB3-4381-A512-42AA89739898}" dt="2026-04-24T09:13:41.631" v="7479" actId="164"/>
          <ac:grpSpMkLst>
            <pc:docMk/>
            <pc:sldMk cId="2187909618" sldId="302"/>
            <ac:grpSpMk id="28" creationId="{D47D1167-F5D1-04D2-49CF-B8CF1B085166}"/>
          </ac:grpSpMkLst>
        </pc:grpChg>
        <pc:grpChg chg="add mod">
          <ac:chgData name="DAVIDE BRAMBILLA" userId="75fc52fa-2407-4d50-87e0-194fa3595366" providerId="ADAL" clId="{13B99187-7FB3-4381-A512-42AA89739898}" dt="2026-04-24T09:13:41.631" v="7479" actId="164"/>
          <ac:grpSpMkLst>
            <pc:docMk/>
            <pc:sldMk cId="2187909618" sldId="302"/>
            <ac:grpSpMk id="29" creationId="{148A54AC-CFDA-68AF-4D7A-8C97089FCA70}"/>
          </ac:grpSpMkLst>
        </pc:grpChg>
        <pc:grpChg chg="add mod">
          <ac:chgData name="DAVIDE BRAMBILLA" userId="75fc52fa-2407-4d50-87e0-194fa3595366" providerId="ADAL" clId="{13B99187-7FB3-4381-A512-42AA89739898}" dt="2026-04-24T09:13:41.631" v="7479" actId="164"/>
          <ac:grpSpMkLst>
            <pc:docMk/>
            <pc:sldMk cId="2187909618" sldId="302"/>
            <ac:grpSpMk id="30" creationId="{AAF07E6A-9F7D-FC48-8335-E2EDCE674A1A}"/>
          </ac:grpSpMkLst>
        </pc:grpChg>
        <pc:grpChg chg="add mod">
          <ac:chgData name="DAVIDE BRAMBILLA" userId="75fc52fa-2407-4d50-87e0-194fa3595366" providerId="ADAL" clId="{13B99187-7FB3-4381-A512-42AA89739898}" dt="2026-04-24T09:13:37.040" v="7478" actId="164"/>
          <ac:grpSpMkLst>
            <pc:docMk/>
            <pc:sldMk cId="2187909618" sldId="302"/>
            <ac:grpSpMk id="31" creationId="{DBC050BA-F1CB-8D0C-6A1A-B285A98C4254}"/>
          </ac:grpSpMkLst>
        </pc:grpChg>
        <pc:grpChg chg="add mod">
          <ac:chgData name="DAVIDE BRAMBILLA" userId="75fc52fa-2407-4d50-87e0-194fa3595366" providerId="ADAL" clId="{13B99187-7FB3-4381-A512-42AA89739898}" dt="2026-04-24T09:13:37.040" v="7478" actId="164"/>
          <ac:grpSpMkLst>
            <pc:docMk/>
            <pc:sldMk cId="2187909618" sldId="302"/>
            <ac:grpSpMk id="32" creationId="{D7B8A0C7-5AFE-130C-D72B-0A846ACCE56A}"/>
          </ac:grpSpMkLst>
        </pc:grpChg>
        <pc:grpChg chg="add mod">
          <ac:chgData name="DAVIDE BRAMBILLA" userId="75fc52fa-2407-4d50-87e0-194fa3595366" providerId="ADAL" clId="{13B99187-7FB3-4381-A512-42AA89739898}" dt="2026-04-24T09:13:37.040" v="7478" actId="164"/>
          <ac:grpSpMkLst>
            <pc:docMk/>
            <pc:sldMk cId="2187909618" sldId="302"/>
            <ac:grpSpMk id="33" creationId="{F3D06D1C-129F-C139-72C6-2020B627CE19}"/>
          </ac:grpSpMkLst>
        </pc:grpChg>
        <pc:grpChg chg="add mod">
          <ac:chgData name="DAVIDE BRAMBILLA" userId="75fc52fa-2407-4d50-87e0-194fa3595366" providerId="ADAL" clId="{13B99187-7FB3-4381-A512-42AA89739898}" dt="2026-04-24T09:14:02.907" v="7481" actId="164"/>
          <ac:grpSpMkLst>
            <pc:docMk/>
            <pc:sldMk cId="2187909618" sldId="302"/>
            <ac:grpSpMk id="35" creationId="{6DC971DC-6710-B1CE-1ADC-4A00B4DED1D1}"/>
          </ac:grpSpMkLst>
        </pc:grpChg>
        <pc:grpChg chg="add mod">
          <ac:chgData name="DAVIDE BRAMBILLA" userId="75fc52fa-2407-4d50-87e0-194fa3595366" providerId="ADAL" clId="{13B99187-7FB3-4381-A512-42AA89739898}" dt="2026-04-24T09:14:02.907" v="7481" actId="164"/>
          <ac:grpSpMkLst>
            <pc:docMk/>
            <pc:sldMk cId="2187909618" sldId="302"/>
            <ac:grpSpMk id="37" creationId="{F5081F72-C660-E57E-6986-C0DE8487D671}"/>
          </ac:grpSpMkLst>
        </pc:grpChg>
        <pc:grpChg chg="add mod">
          <ac:chgData name="DAVIDE BRAMBILLA" userId="75fc52fa-2407-4d50-87e0-194fa3595366" providerId="ADAL" clId="{13B99187-7FB3-4381-A512-42AA89739898}" dt="2026-04-24T09:14:07.434" v="7482" actId="12789"/>
          <ac:grpSpMkLst>
            <pc:docMk/>
            <pc:sldMk cId="2187909618" sldId="302"/>
            <ac:grpSpMk id="39" creationId="{2B48F2D8-0B45-9F1B-0861-76E9A3D3159F}"/>
          </ac:grpSpMkLst>
        </pc:grpChg>
      </pc:sldChg>
      <pc:sldChg chg="addSp delSp modSp mod">
        <pc:chgData name="DAVIDE BRAMBILLA" userId="75fc52fa-2407-4d50-87e0-194fa3595366" providerId="ADAL" clId="{13B99187-7FB3-4381-A512-42AA89739898}" dt="2026-04-24T09:36:54.393" v="8919" actId="1038"/>
        <pc:sldMkLst>
          <pc:docMk/>
          <pc:sldMk cId="2318729552" sldId="307"/>
        </pc:sldMkLst>
        <pc:spChg chg="add mod">
          <ac:chgData name="DAVIDE BRAMBILLA" userId="75fc52fa-2407-4d50-87e0-194fa3595366" providerId="ADAL" clId="{13B99187-7FB3-4381-A512-42AA89739898}" dt="2026-04-24T09:33:39.947" v="8314" actId="1036"/>
          <ac:spMkLst>
            <pc:docMk/>
            <pc:sldMk cId="2318729552" sldId="307"/>
            <ac:spMk id="3" creationId="{7621210D-3CBB-CC2E-5055-13BE33C89695}"/>
          </ac:spMkLst>
        </pc:spChg>
        <pc:spChg chg="add mod">
          <ac:chgData name="DAVIDE BRAMBILLA" userId="75fc52fa-2407-4d50-87e0-194fa3595366" providerId="ADAL" clId="{13B99187-7FB3-4381-A512-42AA89739898}" dt="2026-04-24T09:33:29.906" v="8246" actId="164"/>
          <ac:spMkLst>
            <pc:docMk/>
            <pc:sldMk cId="2318729552" sldId="307"/>
            <ac:spMk id="6" creationId="{FAC2A3AF-072F-591F-29DC-CD69C1F53712}"/>
          </ac:spMkLst>
        </pc:spChg>
        <pc:spChg chg="add mod">
          <ac:chgData name="DAVIDE BRAMBILLA" userId="75fc52fa-2407-4d50-87e0-194fa3595366" providerId="ADAL" clId="{13B99187-7FB3-4381-A512-42AA89739898}" dt="2026-04-24T09:33:29.906" v="8246" actId="164"/>
          <ac:spMkLst>
            <pc:docMk/>
            <pc:sldMk cId="2318729552" sldId="307"/>
            <ac:spMk id="7" creationId="{C14E3CB3-F9DD-6F15-1E71-81235A94E3FC}"/>
          </ac:spMkLst>
        </pc:spChg>
        <pc:spChg chg="add mod">
          <ac:chgData name="DAVIDE BRAMBILLA" userId="75fc52fa-2407-4d50-87e0-194fa3595366" providerId="ADAL" clId="{13B99187-7FB3-4381-A512-42AA89739898}" dt="2026-04-24T09:33:21.334" v="8244" actId="164"/>
          <ac:spMkLst>
            <pc:docMk/>
            <pc:sldMk cId="2318729552" sldId="307"/>
            <ac:spMk id="9" creationId="{6E2336E2-ABD6-EC6D-54BE-FA933A5C999C}"/>
          </ac:spMkLst>
        </pc:spChg>
        <pc:spChg chg="add mod">
          <ac:chgData name="DAVIDE BRAMBILLA" userId="75fc52fa-2407-4d50-87e0-194fa3595366" providerId="ADAL" clId="{13B99187-7FB3-4381-A512-42AA89739898}" dt="2026-04-24T09:33:21.334" v="8244" actId="164"/>
          <ac:spMkLst>
            <pc:docMk/>
            <pc:sldMk cId="2318729552" sldId="307"/>
            <ac:spMk id="10" creationId="{219A72B3-5779-4791-3D93-C136EA308167}"/>
          </ac:spMkLst>
        </pc:spChg>
        <pc:spChg chg="add mod">
          <ac:chgData name="DAVIDE BRAMBILLA" userId="75fc52fa-2407-4d50-87e0-194fa3595366" providerId="ADAL" clId="{13B99187-7FB3-4381-A512-42AA89739898}" dt="2026-04-24T09:33:21.334" v="8244" actId="164"/>
          <ac:spMkLst>
            <pc:docMk/>
            <pc:sldMk cId="2318729552" sldId="307"/>
            <ac:spMk id="11" creationId="{990A22E2-D578-D7E4-A4CF-AF95035B1E4E}"/>
          </ac:spMkLst>
        </pc:spChg>
        <pc:spChg chg="add mod">
          <ac:chgData name="DAVIDE BRAMBILLA" userId="75fc52fa-2407-4d50-87e0-194fa3595366" providerId="ADAL" clId="{13B99187-7FB3-4381-A512-42AA89739898}" dt="2026-04-24T09:33:21.334" v="8244" actId="164"/>
          <ac:spMkLst>
            <pc:docMk/>
            <pc:sldMk cId="2318729552" sldId="307"/>
            <ac:spMk id="12" creationId="{C16443E9-1CD4-99F2-FD58-342CB99E3436}"/>
          </ac:spMkLst>
        </pc:spChg>
        <pc:spChg chg="add mod">
          <ac:chgData name="DAVIDE BRAMBILLA" userId="75fc52fa-2407-4d50-87e0-194fa3595366" providerId="ADAL" clId="{13B99187-7FB3-4381-A512-42AA89739898}" dt="2026-04-24T09:33:25.849" v="8245" actId="164"/>
          <ac:spMkLst>
            <pc:docMk/>
            <pc:sldMk cId="2318729552" sldId="307"/>
            <ac:spMk id="13" creationId="{81973098-22F1-53A5-8A0F-B5252EC629C1}"/>
          </ac:spMkLst>
        </pc:spChg>
        <pc:spChg chg="add mod">
          <ac:chgData name="DAVIDE BRAMBILLA" userId="75fc52fa-2407-4d50-87e0-194fa3595366" providerId="ADAL" clId="{13B99187-7FB3-4381-A512-42AA89739898}" dt="2026-04-24T09:33:25.849" v="8245" actId="164"/>
          <ac:spMkLst>
            <pc:docMk/>
            <pc:sldMk cId="2318729552" sldId="307"/>
            <ac:spMk id="14" creationId="{55600965-0EDF-FDED-0FD7-5B80CE87895A}"/>
          </ac:spMkLst>
        </pc:spChg>
        <pc:spChg chg="add mod">
          <ac:chgData name="DAVIDE BRAMBILLA" userId="75fc52fa-2407-4d50-87e0-194fa3595366" providerId="ADAL" clId="{13B99187-7FB3-4381-A512-42AA89739898}" dt="2026-04-24T09:33:25.849" v="8245" actId="164"/>
          <ac:spMkLst>
            <pc:docMk/>
            <pc:sldMk cId="2318729552" sldId="307"/>
            <ac:spMk id="15" creationId="{87FD0CF7-D51E-FFA1-ED2D-B3AA45DF4405}"/>
          </ac:spMkLst>
        </pc:spChg>
        <pc:grpChg chg="add mod">
          <ac:chgData name="DAVIDE BRAMBILLA" userId="75fc52fa-2407-4d50-87e0-194fa3595366" providerId="ADAL" clId="{13B99187-7FB3-4381-A512-42AA89739898}" dt="2026-04-24T09:36:39.932" v="8860" actId="164"/>
          <ac:grpSpMkLst>
            <pc:docMk/>
            <pc:sldMk cId="2318729552" sldId="307"/>
            <ac:grpSpMk id="18" creationId="{A96352CE-4D02-BDC2-4B72-634E079F7EF6}"/>
          </ac:grpSpMkLst>
        </pc:grpChg>
        <pc:grpChg chg="add mod">
          <ac:chgData name="DAVIDE BRAMBILLA" userId="75fc52fa-2407-4d50-87e0-194fa3595366" providerId="ADAL" clId="{13B99187-7FB3-4381-A512-42AA89739898}" dt="2026-04-24T09:36:39.932" v="8860" actId="164"/>
          <ac:grpSpMkLst>
            <pc:docMk/>
            <pc:sldMk cId="2318729552" sldId="307"/>
            <ac:grpSpMk id="19" creationId="{942EBC5D-F5C0-CA29-94F8-81390AE5515E}"/>
          </ac:grpSpMkLst>
        </pc:grpChg>
        <pc:grpChg chg="add mod">
          <ac:chgData name="DAVIDE BRAMBILLA" userId="75fc52fa-2407-4d50-87e0-194fa3595366" providerId="ADAL" clId="{13B99187-7FB3-4381-A512-42AA89739898}" dt="2026-04-24T09:36:39.932" v="8860" actId="164"/>
          <ac:grpSpMkLst>
            <pc:docMk/>
            <pc:sldMk cId="2318729552" sldId="307"/>
            <ac:grpSpMk id="20" creationId="{E72C90CE-84C2-7A6A-8970-E6F2A0B09AC0}"/>
          </ac:grpSpMkLst>
        </pc:grpChg>
        <pc:grpChg chg="add mod">
          <ac:chgData name="DAVIDE BRAMBILLA" userId="75fc52fa-2407-4d50-87e0-194fa3595366" providerId="ADAL" clId="{13B99187-7FB3-4381-A512-42AA89739898}" dt="2026-04-24T09:36:54.393" v="8919" actId="1038"/>
          <ac:grpSpMkLst>
            <pc:docMk/>
            <pc:sldMk cId="2318729552" sldId="307"/>
            <ac:grpSpMk id="22" creationId="{DD1555B0-3CC1-06E7-65DD-3E4590A55DAC}"/>
          </ac:grpSpMkLst>
        </pc:grpChg>
      </pc:sldChg>
      <pc:sldChg chg="addSp delSp modSp add mod ord">
        <pc:chgData name="DAVIDE BRAMBILLA" userId="75fc52fa-2407-4d50-87e0-194fa3595366" providerId="ADAL" clId="{13B99187-7FB3-4381-A512-42AA89739898}" dt="2026-04-25T14:44:44.687" v="15364" actId="20577"/>
        <pc:sldMkLst>
          <pc:docMk/>
          <pc:sldMk cId="84068384" sldId="312"/>
        </pc:sldMkLst>
        <pc:spChg chg="mod">
          <ac:chgData name="DAVIDE BRAMBILLA" userId="75fc52fa-2407-4d50-87e0-194fa3595366" providerId="ADAL" clId="{13B99187-7FB3-4381-A512-42AA89739898}" dt="2026-04-25T14:44:44.687" v="15364" actId="20577"/>
          <ac:spMkLst>
            <pc:docMk/>
            <pc:sldMk cId="84068384" sldId="312"/>
            <ac:spMk id="2" creationId="{AF04EDC3-1731-BE99-3A14-7D9AE2D5A6C7}"/>
          </ac:spMkLst>
        </pc:spChg>
        <pc:spChg chg="mod">
          <ac:chgData name="DAVIDE BRAMBILLA" userId="75fc52fa-2407-4d50-87e0-194fa3595366" providerId="ADAL" clId="{13B99187-7FB3-4381-A512-42AA89739898}" dt="2026-04-23T05:59:51.376" v="1863"/>
          <ac:spMkLst>
            <pc:docMk/>
            <pc:sldMk cId="84068384" sldId="312"/>
            <ac:spMk id="4" creationId="{33CEA2BD-F962-C895-325C-21B60CEB06D0}"/>
          </ac:spMkLst>
        </pc:spChg>
        <pc:spChg chg="mod">
          <ac:chgData name="DAVIDE BRAMBILLA" userId="75fc52fa-2407-4d50-87e0-194fa3595366" providerId="ADAL" clId="{13B99187-7FB3-4381-A512-42AA89739898}" dt="2026-04-23T05:59:51.376" v="1863"/>
          <ac:spMkLst>
            <pc:docMk/>
            <pc:sldMk cId="84068384" sldId="312"/>
            <ac:spMk id="5" creationId="{E41B298D-B3CD-9649-B3EA-7AAE25DF49B3}"/>
          </ac:spMkLst>
        </pc:spChg>
        <pc:spChg chg="add mod">
          <ac:chgData name="DAVIDE BRAMBILLA" userId="75fc52fa-2407-4d50-87e0-194fa3595366" providerId="ADAL" clId="{13B99187-7FB3-4381-A512-42AA89739898}" dt="2026-04-23T06:29:25.854" v="3221" actId="1076"/>
          <ac:spMkLst>
            <pc:docMk/>
            <pc:sldMk cId="84068384" sldId="312"/>
            <ac:spMk id="13" creationId="{121D81CC-F51D-20AD-4DF4-ABDD2B48206E}"/>
          </ac:spMkLst>
        </pc:spChg>
        <pc:spChg chg="add mod">
          <ac:chgData name="DAVIDE BRAMBILLA" userId="75fc52fa-2407-4d50-87e0-194fa3595366" providerId="ADAL" clId="{13B99187-7FB3-4381-A512-42AA89739898}" dt="2026-04-23T06:24:39.036" v="2941" actId="164"/>
          <ac:spMkLst>
            <pc:docMk/>
            <pc:sldMk cId="84068384" sldId="312"/>
            <ac:spMk id="15" creationId="{21E4BAC4-4D29-CC1C-1492-2E8526E4E790}"/>
          </ac:spMkLst>
        </pc:spChg>
        <pc:spChg chg="mod">
          <ac:chgData name="DAVIDE BRAMBILLA" userId="75fc52fa-2407-4d50-87e0-194fa3595366" providerId="ADAL" clId="{13B99187-7FB3-4381-A512-42AA89739898}" dt="2026-04-23T06:26:42.800" v="3072" actId="164"/>
          <ac:spMkLst>
            <pc:docMk/>
            <pc:sldMk cId="84068384" sldId="312"/>
            <ac:spMk id="24" creationId="{A5DB10DA-6AA4-0B44-7B90-742EEBC42739}"/>
          </ac:spMkLst>
        </pc:spChg>
        <pc:spChg chg="mod">
          <ac:chgData name="DAVIDE BRAMBILLA" userId="75fc52fa-2407-4d50-87e0-194fa3595366" providerId="ADAL" clId="{13B99187-7FB3-4381-A512-42AA89739898}" dt="2026-04-23T06:26:42.800" v="3072" actId="164"/>
          <ac:spMkLst>
            <pc:docMk/>
            <pc:sldMk cId="84068384" sldId="312"/>
            <ac:spMk id="25" creationId="{A88E451E-6785-EF86-4F50-4E00AD699640}"/>
          </ac:spMkLst>
        </pc:spChg>
        <pc:spChg chg="mod">
          <ac:chgData name="DAVIDE BRAMBILLA" userId="75fc52fa-2407-4d50-87e0-194fa3595366" providerId="ADAL" clId="{13B99187-7FB3-4381-A512-42AA89739898}" dt="2026-04-23T06:26:42.800" v="3072" actId="164"/>
          <ac:spMkLst>
            <pc:docMk/>
            <pc:sldMk cId="84068384" sldId="312"/>
            <ac:spMk id="27" creationId="{E57AFD4F-0E6A-2CCA-2016-FCCE066CCA49}"/>
          </ac:spMkLst>
        </pc:spChg>
        <pc:spChg chg="mod">
          <ac:chgData name="DAVIDE BRAMBILLA" userId="75fc52fa-2407-4d50-87e0-194fa3595366" providerId="ADAL" clId="{13B99187-7FB3-4381-A512-42AA89739898}" dt="2026-04-23T06:26:42.800" v="3072" actId="164"/>
          <ac:spMkLst>
            <pc:docMk/>
            <pc:sldMk cId="84068384" sldId="312"/>
            <ac:spMk id="28" creationId="{977888E6-52B7-0D9B-45EF-66235D9E04F3}"/>
          </ac:spMkLst>
        </pc:spChg>
        <pc:spChg chg="add mod">
          <ac:chgData name="DAVIDE BRAMBILLA" userId="75fc52fa-2407-4d50-87e0-194fa3595366" providerId="ADAL" clId="{13B99187-7FB3-4381-A512-42AA89739898}" dt="2026-04-23T06:28:09.527" v="3115" actId="164"/>
          <ac:spMkLst>
            <pc:docMk/>
            <pc:sldMk cId="84068384" sldId="312"/>
            <ac:spMk id="30" creationId="{0F3187E1-0183-3C87-82FB-6BF25D92FBA7}"/>
          </ac:spMkLst>
        </pc:spChg>
        <pc:spChg chg="mod topLvl">
          <ac:chgData name="DAVIDE BRAMBILLA" userId="75fc52fa-2407-4d50-87e0-194fa3595366" providerId="ADAL" clId="{13B99187-7FB3-4381-A512-42AA89739898}" dt="2026-04-23T06:29:54.037" v="3287" actId="164"/>
          <ac:spMkLst>
            <pc:docMk/>
            <pc:sldMk cId="84068384" sldId="312"/>
            <ac:spMk id="37" creationId="{C4997029-1EB0-5A11-685D-5365A9EF6CA3}"/>
          </ac:spMkLst>
        </pc:spChg>
        <pc:grpChg chg="add mod">
          <ac:chgData name="DAVIDE BRAMBILLA" userId="75fc52fa-2407-4d50-87e0-194fa3595366" providerId="ADAL" clId="{13B99187-7FB3-4381-A512-42AA89739898}" dt="2026-04-23T06:29:54.037" v="3287" actId="164"/>
          <ac:grpSpMkLst>
            <pc:docMk/>
            <pc:sldMk cId="84068384" sldId="312"/>
            <ac:grpSpMk id="3" creationId="{6DDB674A-3CF3-1043-3ED6-DFA7C36DC107}"/>
          </ac:grpSpMkLst>
        </pc:grpChg>
        <pc:grpChg chg="add mod">
          <ac:chgData name="DAVIDE BRAMBILLA" userId="75fc52fa-2407-4d50-87e0-194fa3595366" providerId="ADAL" clId="{13B99187-7FB3-4381-A512-42AA89739898}" dt="2026-04-23T06:29:54.037" v="3287" actId="164"/>
          <ac:grpSpMkLst>
            <pc:docMk/>
            <pc:sldMk cId="84068384" sldId="312"/>
            <ac:grpSpMk id="20" creationId="{AD2CE7B6-5E8C-1504-C262-B77DF455618B}"/>
          </ac:grpSpMkLst>
        </pc:grpChg>
        <pc:grpChg chg="add mod">
          <ac:chgData name="DAVIDE BRAMBILLA" userId="75fc52fa-2407-4d50-87e0-194fa3595366" providerId="ADAL" clId="{13B99187-7FB3-4381-A512-42AA89739898}" dt="2026-04-23T06:28:09.527" v="3115" actId="164"/>
          <ac:grpSpMkLst>
            <pc:docMk/>
            <pc:sldMk cId="84068384" sldId="312"/>
            <ac:grpSpMk id="21" creationId="{5EBD6E3A-A186-0898-E23D-B537359E2183}"/>
          </ac:grpSpMkLst>
        </pc:grpChg>
        <pc:grpChg chg="add mod">
          <ac:chgData name="DAVIDE BRAMBILLA" userId="75fc52fa-2407-4d50-87e0-194fa3595366" providerId="ADAL" clId="{13B99187-7FB3-4381-A512-42AA89739898}" dt="2026-04-23T06:28:09.527" v="3115" actId="164"/>
          <ac:grpSpMkLst>
            <pc:docMk/>
            <pc:sldMk cId="84068384" sldId="312"/>
            <ac:grpSpMk id="26" creationId="{4B037C34-0E7E-CFB5-5141-80D34E65A2CA}"/>
          </ac:grpSpMkLst>
        </pc:grpChg>
        <pc:grpChg chg="add mod">
          <ac:chgData name="DAVIDE BRAMBILLA" userId="75fc52fa-2407-4d50-87e0-194fa3595366" providerId="ADAL" clId="{13B99187-7FB3-4381-A512-42AA89739898}" dt="2026-04-23T06:29:54.037" v="3287" actId="164"/>
          <ac:grpSpMkLst>
            <pc:docMk/>
            <pc:sldMk cId="84068384" sldId="312"/>
            <ac:grpSpMk id="31" creationId="{E60060C3-5253-E3CB-B94B-08E44CF436B3}"/>
          </ac:grpSpMkLst>
        </pc:grpChg>
        <pc:grpChg chg="add mod">
          <ac:chgData name="DAVIDE BRAMBILLA" userId="75fc52fa-2407-4d50-87e0-194fa3595366" providerId="ADAL" clId="{13B99187-7FB3-4381-A512-42AA89739898}" dt="2026-04-23T06:29:59.675" v="3288" actId="12788"/>
          <ac:grpSpMkLst>
            <pc:docMk/>
            <pc:sldMk cId="84068384" sldId="312"/>
            <ac:grpSpMk id="39" creationId="{6EF5434D-1B35-37E0-5772-B8E6A17D294B}"/>
          </ac:grpSpMkLst>
        </pc:grpChg>
      </pc:sldChg>
      <pc:sldChg chg="addSp delSp modSp add mod">
        <pc:chgData name="DAVIDE BRAMBILLA" userId="75fc52fa-2407-4d50-87e0-194fa3595366" providerId="ADAL" clId="{13B99187-7FB3-4381-A512-42AA89739898}" dt="2026-04-25T14:44:47.644" v="15366" actId="20577"/>
        <pc:sldMkLst>
          <pc:docMk/>
          <pc:sldMk cId="2396825032" sldId="313"/>
        </pc:sldMkLst>
        <pc:spChg chg="mod">
          <ac:chgData name="DAVIDE BRAMBILLA" userId="75fc52fa-2407-4d50-87e0-194fa3595366" providerId="ADAL" clId="{13B99187-7FB3-4381-A512-42AA89739898}" dt="2026-04-25T14:44:47.644" v="15366" actId="20577"/>
          <ac:spMkLst>
            <pc:docMk/>
            <pc:sldMk cId="2396825032" sldId="313"/>
            <ac:spMk id="2" creationId="{36CF45E8-7448-49E2-2135-C4C446DECD98}"/>
          </ac:spMkLst>
        </pc:spChg>
        <pc:spChg chg="mod">
          <ac:chgData name="DAVIDE BRAMBILLA" userId="75fc52fa-2407-4d50-87e0-194fa3595366" providerId="ADAL" clId="{13B99187-7FB3-4381-A512-42AA89739898}" dt="2026-04-23T06:03:59.189" v="2265"/>
          <ac:spMkLst>
            <pc:docMk/>
            <pc:sldMk cId="2396825032" sldId="313"/>
            <ac:spMk id="9" creationId="{67A18E86-708A-C6DE-2B63-6EB17E3118A1}"/>
          </ac:spMkLst>
        </pc:spChg>
        <pc:spChg chg="mod">
          <ac:chgData name="DAVIDE BRAMBILLA" userId="75fc52fa-2407-4d50-87e0-194fa3595366" providerId="ADAL" clId="{13B99187-7FB3-4381-A512-42AA89739898}" dt="2026-04-23T06:03:59.189" v="2265"/>
          <ac:spMkLst>
            <pc:docMk/>
            <pc:sldMk cId="2396825032" sldId="313"/>
            <ac:spMk id="11" creationId="{6A172576-D51F-4B60-71E2-4D80D61CC58E}"/>
          </ac:spMkLst>
        </pc:spChg>
        <pc:spChg chg="mod">
          <ac:chgData name="DAVIDE BRAMBILLA" userId="75fc52fa-2407-4d50-87e0-194fa3595366" providerId="ADAL" clId="{13B99187-7FB3-4381-A512-42AA89739898}" dt="2026-04-23T06:19:17.344" v="2717" actId="164"/>
          <ac:spMkLst>
            <pc:docMk/>
            <pc:sldMk cId="2396825032" sldId="313"/>
            <ac:spMk id="13" creationId="{2BA0228D-FB7D-A2B9-67BD-6C304C3AA90F}"/>
          </ac:spMkLst>
        </pc:spChg>
        <pc:spChg chg="mod">
          <ac:chgData name="DAVIDE BRAMBILLA" userId="75fc52fa-2407-4d50-87e0-194fa3595366" providerId="ADAL" clId="{13B99187-7FB3-4381-A512-42AA89739898}" dt="2026-04-23T06:06:37.907" v="2558"/>
          <ac:spMkLst>
            <pc:docMk/>
            <pc:sldMk cId="2396825032" sldId="313"/>
            <ac:spMk id="24" creationId="{7E66263F-3BCB-1425-BAC8-B8C273005F81}"/>
          </ac:spMkLst>
        </pc:spChg>
        <pc:spChg chg="mod">
          <ac:chgData name="DAVIDE BRAMBILLA" userId="75fc52fa-2407-4d50-87e0-194fa3595366" providerId="ADAL" clId="{13B99187-7FB3-4381-A512-42AA89739898}" dt="2026-04-23T06:06:37.907" v="2558"/>
          <ac:spMkLst>
            <pc:docMk/>
            <pc:sldMk cId="2396825032" sldId="313"/>
            <ac:spMk id="25" creationId="{AD2C03E2-B805-D9B1-6502-22FBF4DA6284}"/>
          </ac:spMkLst>
        </pc:spChg>
        <pc:spChg chg="add mod">
          <ac:chgData name="DAVIDE BRAMBILLA" userId="75fc52fa-2407-4d50-87e0-194fa3595366" providerId="ADAL" clId="{13B99187-7FB3-4381-A512-42AA89739898}" dt="2026-04-23T06:19:17.344" v="2717" actId="164"/>
          <ac:spMkLst>
            <pc:docMk/>
            <pc:sldMk cId="2396825032" sldId="313"/>
            <ac:spMk id="29" creationId="{6FDF2F89-39C5-4C84-46DA-B84313CAFFAA}"/>
          </ac:spMkLst>
        </pc:spChg>
        <pc:grpChg chg="add mod">
          <ac:chgData name="DAVIDE BRAMBILLA" userId="75fc52fa-2407-4d50-87e0-194fa3595366" providerId="ADAL" clId="{13B99187-7FB3-4381-A512-42AA89739898}" dt="2026-04-23T06:19:17.344" v="2717" actId="164"/>
          <ac:grpSpMkLst>
            <pc:docMk/>
            <pc:sldMk cId="2396825032" sldId="313"/>
            <ac:grpSpMk id="7" creationId="{18C49BBC-683B-B3CE-BD6C-8CA6DD6DFA4C}"/>
          </ac:grpSpMkLst>
        </pc:grpChg>
        <pc:grpChg chg="add mod">
          <ac:chgData name="DAVIDE BRAMBILLA" userId="75fc52fa-2407-4d50-87e0-194fa3595366" providerId="ADAL" clId="{13B99187-7FB3-4381-A512-42AA89739898}" dt="2026-04-23T06:19:17.344" v="2717" actId="164"/>
          <ac:grpSpMkLst>
            <pc:docMk/>
            <pc:sldMk cId="2396825032" sldId="313"/>
            <ac:grpSpMk id="23" creationId="{9D9A2CB0-F26B-4638-1F2A-345042E7CC3C}"/>
          </ac:grpSpMkLst>
        </pc:grpChg>
        <pc:grpChg chg="add mod">
          <ac:chgData name="DAVIDE BRAMBILLA" userId="75fc52fa-2407-4d50-87e0-194fa3595366" providerId="ADAL" clId="{13B99187-7FB3-4381-A512-42AA89739898}" dt="2026-04-23T06:19:25.076" v="2718" actId="12788"/>
          <ac:grpSpMkLst>
            <pc:docMk/>
            <pc:sldMk cId="2396825032" sldId="313"/>
            <ac:grpSpMk id="30" creationId="{C9A9F861-5225-A44B-EB3E-FE850FA2D620}"/>
          </ac:grpSpMkLst>
        </pc:grpChg>
      </pc:sldChg>
      <pc:sldChg chg="addSp delSp modSp add mod">
        <pc:chgData name="DAVIDE BRAMBILLA" userId="75fc52fa-2407-4d50-87e0-194fa3595366" providerId="ADAL" clId="{13B99187-7FB3-4381-A512-42AA89739898}" dt="2026-04-25T14:44:50.613" v="15368" actId="20577"/>
        <pc:sldMkLst>
          <pc:docMk/>
          <pc:sldMk cId="1381896197" sldId="315"/>
        </pc:sldMkLst>
        <pc:spChg chg="mod">
          <ac:chgData name="DAVIDE BRAMBILLA" userId="75fc52fa-2407-4d50-87e0-194fa3595366" providerId="ADAL" clId="{13B99187-7FB3-4381-A512-42AA89739898}" dt="2026-04-25T14:44:50.613" v="15368" actId="20577"/>
          <ac:spMkLst>
            <pc:docMk/>
            <pc:sldMk cId="1381896197" sldId="315"/>
            <ac:spMk id="2" creationId="{51A017C8-CDF5-C29E-9BCC-0A22A99A79C5}"/>
          </ac:spMkLst>
        </pc:spChg>
        <pc:spChg chg="mod">
          <ac:chgData name="DAVIDE BRAMBILLA" userId="75fc52fa-2407-4d50-87e0-194fa3595366" providerId="ADAL" clId="{13B99187-7FB3-4381-A512-42AA89739898}" dt="2026-04-23T06:42:51.909" v="4120" actId="165"/>
          <ac:spMkLst>
            <pc:docMk/>
            <pc:sldMk cId="1381896197" sldId="315"/>
            <ac:spMk id="4" creationId="{74BF4B8E-3F6E-D52C-9944-EB555278CF12}"/>
          </ac:spMkLst>
        </pc:spChg>
        <pc:spChg chg="mod">
          <ac:chgData name="DAVIDE BRAMBILLA" userId="75fc52fa-2407-4d50-87e0-194fa3595366" providerId="ADAL" clId="{13B99187-7FB3-4381-A512-42AA89739898}" dt="2026-04-23T06:42:51.909" v="4120" actId="165"/>
          <ac:spMkLst>
            <pc:docMk/>
            <pc:sldMk cId="1381896197" sldId="315"/>
            <ac:spMk id="5" creationId="{9CBED59E-63FA-EFC1-DAA2-B2C63369C7CE}"/>
          </ac:spMkLst>
        </pc:spChg>
        <pc:spChg chg="mod topLvl">
          <ac:chgData name="DAVIDE BRAMBILLA" userId="75fc52fa-2407-4d50-87e0-194fa3595366" providerId="ADAL" clId="{13B99187-7FB3-4381-A512-42AA89739898}" dt="2026-04-23T06:48:30.245" v="4434" actId="1037"/>
          <ac:spMkLst>
            <pc:docMk/>
            <pc:sldMk cId="1381896197" sldId="315"/>
            <ac:spMk id="13" creationId="{D41362B8-5C71-724A-BB18-69B5DC9219C6}"/>
          </ac:spMkLst>
        </pc:spChg>
        <pc:spChg chg="mod">
          <ac:chgData name="DAVIDE BRAMBILLA" userId="75fc52fa-2407-4d50-87e0-194fa3595366" providerId="ADAL" clId="{13B99187-7FB3-4381-A512-42AA89739898}" dt="2026-04-23T06:42:51.909" v="4120" actId="165"/>
          <ac:spMkLst>
            <pc:docMk/>
            <pc:sldMk cId="1381896197" sldId="315"/>
            <ac:spMk id="15" creationId="{D00A13AA-AD2B-52F8-FFAD-11D52DFD6C88}"/>
          </ac:spMkLst>
        </pc:spChg>
        <pc:spChg chg="mod">
          <ac:chgData name="DAVIDE BRAMBILLA" userId="75fc52fa-2407-4d50-87e0-194fa3595366" providerId="ADAL" clId="{13B99187-7FB3-4381-A512-42AA89739898}" dt="2026-04-23T06:42:51.909" v="4120" actId="165"/>
          <ac:spMkLst>
            <pc:docMk/>
            <pc:sldMk cId="1381896197" sldId="315"/>
            <ac:spMk id="17" creationId="{825CFCFF-3EA8-1D9B-A29A-706963800A68}"/>
          </ac:spMkLst>
        </pc:spChg>
        <pc:spChg chg="mod topLvl">
          <ac:chgData name="DAVIDE BRAMBILLA" userId="75fc52fa-2407-4d50-87e0-194fa3595366" providerId="ADAL" clId="{13B99187-7FB3-4381-A512-42AA89739898}" dt="2026-04-23T06:43:39.101" v="4152" actId="1038"/>
          <ac:spMkLst>
            <pc:docMk/>
            <pc:sldMk cId="1381896197" sldId="315"/>
            <ac:spMk id="29" creationId="{8CA3A8C5-32E8-62A0-7B9C-9D80A314CA89}"/>
          </ac:spMkLst>
        </pc:spChg>
        <pc:grpChg chg="add mod topLvl">
          <ac:chgData name="DAVIDE BRAMBILLA" userId="75fc52fa-2407-4d50-87e0-194fa3595366" providerId="ADAL" clId="{13B99187-7FB3-4381-A512-42AA89739898}" dt="2026-04-23T06:48:30.245" v="4434" actId="1037"/>
          <ac:grpSpMkLst>
            <pc:docMk/>
            <pc:sldMk cId="1381896197" sldId="315"/>
            <ac:grpSpMk id="3" creationId="{32FE0501-18B8-2AFF-8E24-620756C30725}"/>
          </ac:grpSpMkLst>
        </pc:grpChg>
        <pc:grpChg chg="add mod topLvl">
          <ac:chgData name="DAVIDE BRAMBILLA" userId="75fc52fa-2407-4d50-87e0-194fa3595366" providerId="ADAL" clId="{13B99187-7FB3-4381-A512-42AA89739898}" dt="2026-04-23T06:43:39.101" v="4152" actId="1038"/>
          <ac:grpSpMkLst>
            <pc:docMk/>
            <pc:sldMk cId="1381896197" sldId="315"/>
            <ac:grpSpMk id="6" creationId="{D8701B4B-1179-0DC3-7291-935F110F4F61}"/>
          </ac:grpSpMkLst>
        </pc:grpChg>
      </pc:sldChg>
      <pc:sldChg chg="addSp delSp modSp add mod">
        <pc:chgData name="DAVIDE BRAMBILLA" userId="75fc52fa-2407-4d50-87e0-194fa3595366" providerId="ADAL" clId="{13B99187-7FB3-4381-A512-42AA89739898}" dt="2026-04-25T14:44:53.760" v="15370" actId="20577"/>
        <pc:sldMkLst>
          <pc:docMk/>
          <pc:sldMk cId="1536541963" sldId="316"/>
        </pc:sldMkLst>
        <pc:spChg chg="mod">
          <ac:chgData name="DAVIDE BRAMBILLA" userId="75fc52fa-2407-4d50-87e0-194fa3595366" providerId="ADAL" clId="{13B99187-7FB3-4381-A512-42AA89739898}" dt="2026-04-25T14:44:53.760" v="15370" actId="20577"/>
          <ac:spMkLst>
            <pc:docMk/>
            <pc:sldMk cId="1536541963" sldId="316"/>
            <ac:spMk id="2" creationId="{4DDE1E28-0D3C-BF2F-80B4-A882BA6D1334}"/>
          </ac:spMkLst>
        </pc:spChg>
        <pc:spChg chg="mod">
          <ac:chgData name="DAVIDE BRAMBILLA" userId="75fc52fa-2407-4d50-87e0-194fa3595366" providerId="ADAL" clId="{13B99187-7FB3-4381-A512-42AA89739898}" dt="2026-04-23T06:45:21.694" v="4230" actId="165"/>
          <ac:spMkLst>
            <pc:docMk/>
            <pc:sldMk cId="1536541963" sldId="316"/>
            <ac:spMk id="9" creationId="{A99B2F14-F7CE-D7EA-BC38-62756F675735}"/>
          </ac:spMkLst>
        </pc:spChg>
        <pc:spChg chg="mod">
          <ac:chgData name="DAVIDE BRAMBILLA" userId="75fc52fa-2407-4d50-87e0-194fa3595366" providerId="ADAL" clId="{13B99187-7FB3-4381-A512-42AA89739898}" dt="2026-04-23T06:45:21.694" v="4230" actId="165"/>
          <ac:spMkLst>
            <pc:docMk/>
            <pc:sldMk cId="1536541963" sldId="316"/>
            <ac:spMk id="11" creationId="{FA087953-0C86-5FB0-B4D9-F30E2CCF2D9A}"/>
          </ac:spMkLst>
        </pc:spChg>
        <pc:spChg chg="add mod topLvl">
          <ac:chgData name="DAVIDE BRAMBILLA" userId="75fc52fa-2407-4d50-87e0-194fa3595366" providerId="ADAL" clId="{13B99187-7FB3-4381-A512-42AA89739898}" dt="2026-04-23T06:47:51.785" v="4429" actId="1035"/>
          <ac:spMkLst>
            <pc:docMk/>
            <pc:sldMk cId="1536541963" sldId="316"/>
            <ac:spMk id="22" creationId="{292A587A-FCA9-D21C-7A84-2ED127C8AB7C}"/>
          </ac:spMkLst>
        </pc:spChg>
        <pc:spChg chg="add mod topLvl">
          <ac:chgData name="DAVIDE BRAMBILLA" userId="75fc52fa-2407-4d50-87e0-194fa3595366" providerId="ADAL" clId="{13B99187-7FB3-4381-A512-42AA89739898}" dt="2026-04-23T06:47:51.785" v="4429" actId="1035"/>
          <ac:spMkLst>
            <pc:docMk/>
            <pc:sldMk cId="1536541963" sldId="316"/>
            <ac:spMk id="23" creationId="{9703B357-EDE2-2AF9-70B4-A26DC508CF07}"/>
          </ac:spMkLst>
        </pc:spChg>
        <pc:spChg chg="add mod topLvl">
          <ac:chgData name="DAVIDE BRAMBILLA" userId="75fc52fa-2407-4d50-87e0-194fa3595366" providerId="ADAL" clId="{13B99187-7FB3-4381-A512-42AA89739898}" dt="2026-04-23T06:47:51.785" v="4429" actId="1035"/>
          <ac:spMkLst>
            <pc:docMk/>
            <pc:sldMk cId="1536541963" sldId="316"/>
            <ac:spMk id="24" creationId="{A85FB98E-A735-2749-DC61-E204AB7C6E8F}"/>
          </ac:spMkLst>
        </pc:spChg>
        <pc:spChg chg="add mod topLvl">
          <ac:chgData name="DAVIDE BRAMBILLA" userId="75fc52fa-2407-4d50-87e0-194fa3595366" providerId="ADAL" clId="{13B99187-7FB3-4381-A512-42AA89739898}" dt="2026-04-23T06:47:51.785" v="4429" actId="1035"/>
          <ac:spMkLst>
            <pc:docMk/>
            <pc:sldMk cId="1536541963" sldId="316"/>
            <ac:spMk id="25" creationId="{B835A301-99E0-F7E1-5DAE-43A85053449F}"/>
          </ac:spMkLst>
        </pc:spChg>
        <pc:spChg chg="add mod topLvl">
          <ac:chgData name="DAVIDE BRAMBILLA" userId="75fc52fa-2407-4d50-87e0-194fa3595366" providerId="ADAL" clId="{13B99187-7FB3-4381-A512-42AA89739898}" dt="2026-04-23T06:47:51.785" v="4429" actId="1035"/>
          <ac:spMkLst>
            <pc:docMk/>
            <pc:sldMk cId="1536541963" sldId="316"/>
            <ac:spMk id="26" creationId="{F4BDED92-7955-EBC4-EC86-EF1B68881096}"/>
          </ac:spMkLst>
        </pc:spChg>
        <pc:spChg chg="mod">
          <ac:chgData name="DAVIDE BRAMBILLA" userId="75fc52fa-2407-4d50-87e0-194fa3595366" providerId="ADAL" clId="{13B99187-7FB3-4381-A512-42AA89739898}" dt="2026-04-23T06:44:38.471" v="4156"/>
          <ac:spMkLst>
            <pc:docMk/>
            <pc:sldMk cId="1536541963" sldId="316"/>
            <ac:spMk id="30" creationId="{1017F379-BEA1-069B-032C-0112AE9C87BA}"/>
          </ac:spMkLst>
        </pc:spChg>
        <pc:spChg chg="mod">
          <ac:chgData name="DAVIDE BRAMBILLA" userId="75fc52fa-2407-4d50-87e0-194fa3595366" providerId="ADAL" clId="{13B99187-7FB3-4381-A512-42AA89739898}" dt="2026-04-23T06:44:38.471" v="4156"/>
          <ac:spMkLst>
            <pc:docMk/>
            <pc:sldMk cId="1536541963" sldId="316"/>
            <ac:spMk id="31" creationId="{CDB396F0-EF89-07AC-66A1-5E4FD6033135}"/>
          </ac:spMkLst>
        </pc:spChg>
        <pc:spChg chg="add mod">
          <ac:chgData name="DAVIDE BRAMBILLA" userId="75fc52fa-2407-4d50-87e0-194fa3595366" providerId="ADAL" clId="{13B99187-7FB3-4381-A512-42AA89739898}" dt="2026-04-23T06:47:51.785" v="4429" actId="1035"/>
          <ac:spMkLst>
            <pc:docMk/>
            <pc:sldMk cId="1536541963" sldId="316"/>
            <ac:spMk id="32" creationId="{9F0EBFF6-5E60-7435-8BB6-7F93FF057BAB}"/>
          </ac:spMkLst>
        </pc:spChg>
        <pc:spChg chg="add mod">
          <ac:chgData name="DAVIDE BRAMBILLA" userId="75fc52fa-2407-4d50-87e0-194fa3595366" providerId="ADAL" clId="{13B99187-7FB3-4381-A512-42AA89739898}" dt="2026-04-23T06:49:36.690" v="4493" actId="1038"/>
          <ac:spMkLst>
            <pc:docMk/>
            <pc:sldMk cId="1536541963" sldId="316"/>
            <ac:spMk id="33" creationId="{37C17A5F-627E-3CED-342E-E1E336F949F9}"/>
          </ac:spMkLst>
        </pc:spChg>
        <pc:grpChg chg="add mod topLvl">
          <ac:chgData name="DAVIDE BRAMBILLA" userId="75fc52fa-2407-4d50-87e0-194fa3595366" providerId="ADAL" clId="{13B99187-7FB3-4381-A512-42AA89739898}" dt="2026-04-23T06:47:51.785" v="4429" actId="1035"/>
          <ac:grpSpMkLst>
            <pc:docMk/>
            <pc:sldMk cId="1536541963" sldId="316"/>
            <ac:grpSpMk id="7" creationId="{561807D5-9535-312B-9358-493F88692AC3}"/>
          </ac:grpSpMkLst>
        </pc:grpChg>
        <pc:grpChg chg="add mod">
          <ac:chgData name="DAVIDE BRAMBILLA" userId="75fc52fa-2407-4d50-87e0-194fa3595366" providerId="ADAL" clId="{13B99187-7FB3-4381-A512-42AA89739898}" dt="2026-04-23T06:49:32.432" v="4462" actId="12788"/>
          <ac:grpSpMkLst>
            <pc:docMk/>
            <pc:sldMk cId="1536541963" sldId="316"/>
            <ac:grpSpMk id="28" creationId="{C3A17683-D683-9556-F2B5-C5F799AA4299}"/>
          </ac:grpSpMkLst>
        </pc:grpChg>
      </pc:sldChg>
      <pc:sldChg chg="addSp delSp modSp add mod ord">
        <pc:chgData name="DAVIDE BRAMBILLA" userId="75fc52fa-2407-4d50-87e0-194fa3595366" providerId="ADAL" clId="{13B99187-7FB3-4381-A512-42AA89739898}" dt="2026-04-25T14:45:02.099" v="15372" actId="20577"/>
        <pc:sldMkLst>
          <pc:docMk/>
          <pc:sldMk cId="3335706860" sldId="320"/>
        </pc:sldMkLst>
        <pc:spChg chg="mod">
          <ac:chgData name="DAVIDE BRAMBILLA" userId="75fc52fa-2407-4d50-87e0-194fa3595366" providerId="ADAL" clId="{13B99187-7FB3-4381-A512-42AA89739898}" dt="2026-04-25T14:45:02.099" v="15372" actId="20577"/>
          <ac:spMkLst>
            <pc:docMk/>
            <pc:sldMk cId="3335706860" sldId="320"/>
            <ac:spMk id="2" creationId="{8C845168-FF5B-FCAE-7842-5A11C53EE948}"/>
          </ac:spMkLst>
        </pc:spChg>
        <pc:spChg chg="mod">
          <ac:chgData name="DAVIDE BRAMBILLA" userId="75fc52fa-2407-4d50-87e0-194fa3595366" providerId="ADAL" clId="{13B99187-7FB3-4381-A512-42AA89739898}" dt="2026-04-24T10:02:34.723" v="9992" actId="165"/>
          <ac:spMkLst>
            <pc:docMk/>
            <pc:sldMk cId="3335706860" sldId="320"/>
            <ac:spMk id="4" creationId="{E9984488-BDA9-580A-2111-CAE16E0ECC8C}"/>
          </ac:spMkLst>
        </pc:spChg>
        <pc:spChg chg="mod">
          <ac:chgData name="DAVIDE BRAMBILLA" userId="75fc52fa-2407-4d50-87e0-194fa3595366" providerId="ADAL" clId="{13B99187-7FB3-4381-A512-42AA89739898}" dt="2026-04-24T10:02:34.723" v="9992" actId="165"/>
          <ac:spMkLst>
            <pc:docMk/>
            <pc:sldMk cId="3335706860" sldId="320"/>
            <ac:spMk id="5" creationId="{50E85057-F208-85BB-7C67-C4535BA4CC91}"/>
          </ac:spMkLst>
        </pc:spChg>
        <pc:spChg chg="add del">
          <ac:chgData name="DAVIDE BRAMBILLA" userId="75fc52fa-2407-4d50-87e0-194fa3595366" providerId="ADAL" clId="{13B99187-7FB3-4381-A512-42AA89739898}" dt="2026-04-24T09:47:14.774" v="9444" actId="26606"/>
          <ac:spMkLst>
            <pc:docMk/>
            <pc:sldMk cId="3335706860" sldId="320"/>
            <ac:spMk id="8" creationId="{7137890B-4B7C-D5A6-853C-A7B3643AE8D0}"/>
          </ac:spMkLst>
        </pc:spChg>
        <pc:spChg chg="add del">
          <ac:chgData name="DAVIDE BRAMBILLA" userId="75fc52fa-2407-4d50-87e0-194fa3595366" providerId="ADAL" clId="{13B99187-7FB3-4381-A512-42AA89739898}" dt="2026-04-24T09:47:14.774" v="9444" actId="26606"/>
          <ac:spMkLst>
            <pc:docMk/>
            <pc:sldMk cId="3335706860" sldId="320"/>
            <ac:spMk id="10" creationId="{2A95EF53-C9CB-A7AE-565D-425C11848818}"/>
          </ac:spMkLst>
        </pc:spChg>
        <pc:spChg chg="add del">
          <ac:chgData name="DAVIDE BRAMBILLA" userId="75fc52fa-2407-4d50-87e0-194fa3595366" providerId="ADAL" clId="{13B99187-7FB3-4381-A512-42AA89739898}" dt="2026-04-24T09:47:14.774" v="9444" actId="26606"/>
          <ac:spMkLst>
            <pc:docMk/>
            <pc:sldMk cId="3335706860" sldId="320"/>
            <ac:spMk id="12" creationId="{4B0CB6D1-6A95-F622-1B77-15E897D7EB64}"/>
          </ac:spMkLst>
        </pc:spChg>
        <pc:spChg chg="mod topLvl">
          <ac:chgData name="DAVIDE BRAMBILLA" userId="75fc52fa-2407-4d50-87e0-194fa3595366" providerId="ADAL" clId="{13B99187-7FB3-4381-A512-42AA89739898}" dt="2026-04-24T10:03:01.738" v="10000" actId="164"/>
          <ac:spMkLst>
            <pc:docMk/>
            <pc:sldMk cId="3335706860" sldId="320"/>
            <ac:spMk id="13" creationId="{877C09DC-1084-C717-420F-99F1DA76D3F7}"/>
          </ac:spMkLst>
        </pc:spChg>
        <pc:spChg chg="add del">
          <ac:chgData name="DAVIDE BRAMBILLA" userId="75fc52fa-2407-4d50-87e0-194fa3595366" providerId="ADAL" clId="{13B99187-7FB3-4381-A512-42AA89739898}" dt="2026-04-24T09:47:14.774" v="9444" actId="26606"/>
          <ac:spMkLst>
            <pc:docMk/>
            <pc:sldMk cId="3335706860" sldId="320"/>
            <ac:spMk id="14" creationId="{AAD53209-B9CE-41A0-BCC6-9B11A6C6079B}"/>
          </ac:spMkLst>
        </pc:spChg>
        <pc:spChg chg="mod">
          <ac:chgData name="DAVIDE BRAMBILLA" userId="75fc52fa-2407-4d50-87e0-194fa3595366" providerId="ADAL" clId="{13B99187-7FB3-4381-A512-42AA89739898}" dt="2026-04-24T10:02:34.723" v="9992" actId="165"/>
          <ac:spMkLst>
            <pc:docMk/>
            <pc:sldMk cId="3335706860" sldId="320"/>
            <ac:spMk id="15" creationId="{24A18218-E66A-793B-31CB-BC86A6A32935}"/>
          </ac:spMkLst>
        </pc:spChg>
        <pc:spChg chg="add del">
          <ac:chgData name="DAVIDE BRAMBILLA" userId="75fc52fa-2407-4d50-87e0-194fa3595366" providerId="ADAL" clId="{13B99187-7FB3-4381-A512-42AA89739898}" dt="2026-04-24T09:47:14.774" v="9444" actId="26606"/>
          <ac:spMkLst>
            <pc:docMk/>
            <pc:sldMk cId="3335706860" sldId="320"/>
            <ac:spMk id="16" creationId="{22BBAE4B-E76E-D15A-24C9-30B0F39FB0A5}"/>
          </ac:spMkLst>
        </pc:spChg>
        <pc:spChg chg="mod">
          <ac:chgData name="DAVIDE BRAMBILLA" userId="75fc52fa-2407-4d50-87e0-194fa3595366" providerId="ADAL" clId="{13B99187-7FB3-4381-A512-42AA89739898}" dt="2026-04-24T10:02:34.723" v="9992" actId="165"/>
          <ac:spMkLst>
            <pc:docMk/>
            <pc:sldMk cId="3335706860" sldId="320"/>
            <ac:spMk id="17" creationId="{BA338842-66A7-8E30-9C69-C77778C15720}"/>
          </ac:spMkLst>
        </pc:spChg>
        <pc:spChg chg="mod">
          <ac:chgData name="DAVIDE BRAMBILLA" userId="75fc52fa-2407-4d50-87e0-194fa3595366" providerId="ADAL" clId="{13B99187-7FB3-4381-A512-42AA89739898}" dt="2026-04-24T10:02:34.723" v="9992" actId="165"/>
          <ac:spMkLst>
            <pc:docMk/>
            <pc:sldMk cId="3335706860" sldId="320"/>
            <ac:spMk id="26" creationId="{7489E406-013B-D735-377F-8092B9BA542E}"/>
          </ac:spMkLst>
        </pc:spChg>
        <pc:spChg chg="mod">
          <ac:chgData name="DAVIDE BRAMBILLA" userId="75fc52fa-2407-4d50-87e0-194fa3595366" providerId="ADAL" clId="{13B99187-7FB3-4381-A512-42AA89739898}" dt="2026-04-24T10:02:34.723" v="9992" actId="165"/>
          <ac:spMkLst>
            <pc:docMk/>
            <pc:sldMk cId="3335706860" sldId="320"/>
            <ac:spMk id="27" creationId="{1D266408-215E-B5DD-B83D-C9CC3E1AA4FD}"/>
          </ac:spMkLst>
        </pc:spChg>
        <pc:spChg chg="mod topLvl">
          <ac:chgData name="DAVIDE BRAMBILLA" userId="75fc52fa-2407-4d50-87e0-194fa3595366" providerId="ADAL" clId="{13B99187-7FB3-4381-A512-42AA89739898}" dt="2026-04-24T10:03:01.738" v="10000" actId="164"/>
          <ac:spMkLst>
            <pc:docMk/>
            <pc:sldMk cId="3335706860" sldId="320"/>
            <ac:spMk id="29" creationId="{60C33D81-8535-46D7-06FC-FF77B4625331}"/>
          </ac:spMkLst>
        </pc:spChg>
        <pc:spChg chg="add mod topLvl">
          <ac:chgData name="DAVIDE BRAMBILLA" userId="75fc52fa-2407-4d50-87e0-194fa3595366" providerId="ADAL" clId="{13B99187-7FB3-4381-A512-42AA89739898}" dt="2026-04-24T10:03:01.738" v="10000" actId="164"/>
          <ac:spMkLst>
            <pc:docMk/>
            <pc:sldMk cId="3335706860" sldId="320"/>
            <ac:spMk id="31" creationId="{1D2FA145-6BCE-5372-77FB-49E375822AA5}"/>
          </ac:spMkLst>
        </pc:spChg>
        <pc:grpChg chg="add mod topLvl">
          <ac:chgData name="DAVIDE BRAMBILLA" userId="75fc52fa-2407-4d50-87e0-194fa3595366" providerId="ADAL" clId="{13B99187-7FB3-4381-A512-42AA89739898}" dt="2026-04-24T10:03:01.738" v="10000" actId="164"/>
          <ac:grpSpMkLst>
            <pc:docMk/>
            <pc:sldMk cId="3335706860" sldId="320"/>
            <ac:grpSpMk id="3" creationId="{A6BA8020-C015-8BF6-74C7-F3AFE1D8ECCD}"/>
          </ac:grpSpMkLst>
        </pc:grpChg>
        <pc:grpChg chg="add mod topLvl">
          <ac:chgData name="DAVIDE BRAMBILLA" userId="75fc52fa-2407-4d50-87e0-194fa3595366" providerId="ADAL" clId="{13B99187-7FB3-4381-A512-42AA89739898}" dt="2026-04-24T10:03:01.738" v="10000" actId="164"/>
          <ac:grpSpMkLst>
            <pc:docMk/>
            <pc:sldMk cId="3335706860" sldId="320"/>
            <ac:grpSpMk id="6" creationId="{660314AD-5570-4BBD-0832-4D3180175A70}"/>
          </ac:grpSpMkLst>
        </pc:grpChg>
        <pc:grpChg chg="add mod topLvl">
          <ac:chgData name="DAVIDE BRAMBILLA" userId="75fc52fa-2407-4d50-87e0-194fa3595366" providerId="ADAL" clId="{13B99187-7FB3-4381-A512-42AA89739898}" dt="2026-04-24T10:03:01.738" v="10000" actId="164"/>
          <ac:grpSpMkLst>
            <pc:docMk/>
            <pc:sldMk cId="3335706860" sldId="320"/>
            <ac:grpSpMk id="22" creationId="{BA3ABCF7-6681-63C2-F416-19BD7E7E6B68}"/>
          </ac:grpSpMkLst>
        </pc:grpChg>
        <pc:grpChg chg="add mod">
          <ac:chgData name="DAVIDE BRAMBILLA" userId="75fc52fa-2407-4d50-87e0-194fa3595366" providerId="ADAL" clId="{13B99187-7FB3-4381-A512-42AA89739898}" dt="2026-04-24T10:03:05.479" v="10001" actId="12788"/>
          <ac:grpSpMkLst>
            <pc:docMk/>
            <pc:sldMk cId="3335706860" sldId="320"/>
            <ac:grpSpMk id="36" creationId="{14138C1E-9419-7EBD-1E58-0E47D66AB1F1}"/>
          </ac:grpSpMkLst>
        </pc:grpChg>
        <pc:picChg chg="add mod topLvl">
          <ac:chgData name="DAVIDE BRAMBILLA" userId="75fc52fa-2407-4d50-87e0-194fa3595366" providerId="ADAL" clId="{13B99187-7FB3-4381-A512-42AA89739898}" dt="2026-04-24T10:03:01.738" v="10000" actId="164"/>
          <ac:picMkLst>
            <pc:docMk/>
            <pc:sldMk cId="3335706860" sldId="320"/>
            <ac:picMk id="34" creationId="{9DE44CC4-1A12-5614-C7D1-84F47DCF5633}"/>
          </ac:picMkLst>
        </pc:picChg>
      </pc:sldChg>
      <pc:sldChg chg="addSp delSp modSp add mod">
        <pc:chgData name="DAVIDE BRAMBILLA" userId="75fc52fa-2407-4d50-87e0-194fa3595366" providerId="ADAL" clId="{13B99187-7FB3-4381-A512-42AA89739898}" dt="2026-04-24T10:05:08.634" v="10143" actId="1035"/>
        <pc:sldMkLst>
          <pc:docMk/>
          <pc:sldMk cId="871338352" sldId="321"/>
        </pc:sldMkLst>
        <pc:spChg chg="mod">
          <ac:chgData name="DAVIDE BRAMBILLA" userId="75fc52fa-2407-4d50-87e0-194fa3595366" providerId="ADAL" clId="{13B99187-7FB3-4381-A512-42AA89739898}" dt="2026-04-24T09:53:56.822" v="9490" actId="20577"/>
          <ac:spMkLst>
            <pc:docMk/>
            <pc:sldMk cId="871338352" sldId="321"/>
            <ac:spMk id="2" creationId="{0C6EF22C-489E-3716-973F-83D487FA0E90}"/>
          </ac:spMkLst>
        </pc:spChg>
        <pc:spChg chg="add mod topLvl">
          <ac:chgData name="DAVIDE BRAMBILLA" userId="75fc52fa-2407-4d50-87e0-194fa3595366" providerId="ADAL" clId="{13B99187-7FB3-4381-A512-42AA89739898}" dt="2026-04-24T10:04:40.322" v="10077" actId="1037"/>
          <ac:spMkLst>
            <pc:docMk/>
            <pc:sldMk cId="871338352" sldId="321"/>
            <ac:spMk id="7" creationId="{30F14C31-1EEC-B523-9E87-D7CB53B5A219}"/>
          </ac:spMkLst>
        </pc:spChg>
        <pc:spChg chg="mod">
          <ac:chgData name="DAVIDE BRAMBILLA" userId="75fc52fa-2407-4d50-87e0-194fa3595366" providerId="ADAL" clId="{13B99187-7FB3-4381-A512-42AA89739898}" dt="2026-04-24T10:02:21.819" v="9990" actId="165"/>
          <ac:spMkLst>
            <pc:docMk/>
            <pc:sldMk cId="871338352" sldId="321"/>
            <ac:spMk id="25" creationId="{221C4978-0423-0017-D6C0-0C2804852527}"/>
          </ac:spMkLst>
        </pc:spChg>
        <pc:spChg chg="mod">
          <ac:chgData name="DAVIDE BRAMBILLA" userId="75fc52fa-2407-4d50-87e0-194fa3595366" providerId="ADAL" clId="{13B99187-7FB3-4381-A512-42AA89739898}" dt="2026-04-24T10:02:21.819" v="9990" actId="165"/>
          <ac:spMkLst>
            <pc:docMk/>
            <pc:sldMk cId="871338352" sldId="321"/>
            <ac:spMk id="28" creationId="{F84C90C9-8E09-0786-77A8-9418D4BFE191}"/>
          </ac:spMkLst>
        </pc:spChg>
        <pc:spChg chg="mod">
          <ac:chgData name="DAVIDE BRAMBILLA" userId="75fc52fa-2407-4d50-87e0-194fa3595366" providerId="ADAL" clId="{13B99187-7FB3-4381-A512-42AA89739898}" dt="2026-04-24T10:02:21.819" v="9990" actId="165"/>
          <ac:spMkLst>
            <pc:docMk/>
            <pc:sldMk cId="871338352" sldId="321"/>
            <ac:spMk id="33" creationId="{121EC048-64CA-D490-64C0-E59004B0DB4A}"/>
          </ac:spMkLst>
        </pc:spChg>
        <pc:spChg chg="mod">
          <ac:chgData name="DAVIDE BRAMBILLA" userId="75fc52fa-2407-4d50-87e0-194fa3595366" providerId="ADAL" clId="{13B99187-7FB3-4381-A512-42AA89739898}" dt="2026-04-24T10:02:21.819" v="9990" actId="165"/>
          <ac:spMkLst>
            <pc:docMk/>
            <pc:sldMk cId="871338352" sldId="321"/>
            <ac:spMk id="35" creationId="{536C30D1-A7F9-F352-6705-597CB1C1D5E5}"/>
          </ac:spMkLst>
        </pc:spChg>
        <pc:spChg chg="mod">
          <ac:chgData name="DAVIDE BRAMBILLA" userId="75fc52fa-2407-4d50-87e0-194fa3595366" providerId="ADAL" clId="{13B99187-7FB3-4381-A512-42AA89739898}" dt="2026-04-24T10:02:21.819" v="9990" actId="165"/>
          <ac:spMkLst>
            <pc:docMk/>
            <pc:sldMk cId="871338352" sldId="321"/>
            <ac:spMk id="41" creationId="{CF1078F0-999B-77BD-8B3A-D1C0083C02FA}"/>
          </ac:spMkLst>
        </pc:spChg>
        <pc:spChg chg="mod">
          <ac:chgData name="DAVIDE BRAMBILLA" userId="75fc52fa-2407-4d50-87e0-194fa3595366" providerId="ADAL" clId="{13B99187-7FB3-4381-A512-42AA89739898}" dt="2026-04-24T10:02:21.819" v="9990" actId="165"/>
          <ac:spMkLst>
            <pc:docMk/>
            <pc:sldMk cId="871338352" sldId="321"/>
            <ac:spMk id="42" creationId="{BC5995EE-8AC1-F70A-2C4A-BF8F39635F52}"/>
          </ac:spMkLst>
        </pc:spChg>
        <pc:spChg chg="add mod topLvl">
          <ac:chgData name="DAVIDE BRAMBILLA" userId="75fc52fa-2407-4d50-87e0-194fa3595366" providerId="ADAL" clId="{13B99187-7FB3-4381-A512-42AA89739898}" dt="2026-04-24T10:05:08.634" v="10143" actId="1035"/>
          <ac:spMkLst>
            <pc:docMk/>
            <pc:sldMk cId="871338352" sldId="321"/>
            <ac:spMk id="43" creationId="{28A1505E-7FC6-AEE3-DD49-B255E2EA8AA0}"/>
          </ac:spMkLst>
        </pc:spChg>
        <pc:grpChg chg="add mod topLvl">
          <ac:chgData name="DAVIDE BRAMBILLA" userId="75fc52fa-2407-4d50-87e0-194fa3595366" providerId="ADAL" clId="{13B99187-7FB3-4381-A512-42AA89739898}" dt="2026-04-24T10:04:48.398" v="10078" actId="552"/>
          <ac:grpSpMkLst>
            <pc:docMk/>
            <pc:sldMk cId="871338352" sldId="321"/>
            <ac:grpSpMk id="24" creationId="{7DFF36FD-CB59-ABB4-70F0-1F60A2810EC1}"/>
          </ac:grpSpMkLst>
        </pc:grpChg>
        <pc:grpChg chg="add mod topLvl">
          <ac:chgData name="DAVIDE BRAMBILLA" userId="75fc52fa-2407-4d50-87e0-194fa3595366" providerId="ADAL" clId="{13B99187-7FB3-4381-A512-42AA89739898}" dt="2026-04-24T10:04:40.322" v="10077" actId="1037"/>
          <ac:grpSpMkLst>
            <pc:docMk/>
            <pc:sldMk cId="871338352" sldId="321"/>
            <ac:grpSpMk id="30" creationId="{68D1A3EC-0F15-4F55-D094-00533C87DBC7}"/>
          </ac:grpSpMkLst>
        </pc:grpChg>
        <pc:grpChg chg="add mod topLvl">
          <ac:chgData name="DAVIDE BRAMBILLA" userId="75fc52fa-2407-4d50-87e0-194fa3595366" providerId="ADAL" clId="{13B99187-7FB3-4381-A512-42AA89739898}" dt="2026-04-24T10:05:08.634" v="10143" actId="1035"/>
          <ac:grpSpMkLst>
            <pc:docMk/>
            <pc:sldMk cId="871338352" sldId="321"/>
            <ac:grpSpMk id="40" creationId="{5A53B982-E9D7-7B8B-3163-FD2D77F8101A}"/>
          </ac:grpSpMkLst>
        </pc:grpChg>
      </pc:sldChg>
      <pc:sldChg chg="addSp delSp modSp add mod">
        <pc:chgData name="DAVIDE BRAMBILLA" userId="75fc52fa-2407-4d50-87e0-194fa3595366" providerId="ADAL" clId="{13B99187-7FB3-4381-A512-42AA89739898}" dt="2026-04-25T14:45:07.492" v="15374" actId="20577"/>
        <pc:sldMkLst>
          <pc:docMk/>
          <pc:sldMk cId="3921035367" sldId="322"/>
        </pc:sldMkLst>
        <pc:spChg chg="mod">
          <ac:chgData name="DAVIDE BRAMBILLA" userId="75fc52fa-2407-4d50-87e0-194fa3595366" providerId="ADAL" clId="{13B99187-7FB3-4381-A512-42AA89739898}" dt="2026-04-25T14:45:07.492" v="15374" actId="20577"/>
          <ac:spMkLst>
            <pc:docMk/>
            <pc:sldMk cId="3921035367" sldId="322"/>
            <ac:spMk id="2" creationId="{03CE1616-59FD-9A79-07B9-8E37B8E88530}"/>
          </ac:spMkLst>
        </pc:spChg>
        <pc:spChg chg="add mod">
          <ac:chgData name="DAVIDE BRAMBILLA" userId="75fc52fa-2407-4d50-87e0-194fa3595366" providerId="ADAL" clId="{13B99187-7FB3-4381-A512-42AA89739898}" dt="2026-04-24T10:31:07.514" v="10333" actId="164"/>
          <ac:spMkLst>
            <pc:docMk/>
            <pc:sldMk cId="3921035367" sldId="322"/>
            <ac:spMk id="131" creationId="{C6DDD213-19E5-C850-5DD7-489B52AA7B96}"/>
          </ac:spMkLst>
        </pc:spChg>
        <pc:spChg chg="add mod">
          <ac:chgData name="DAVIDE BRAMBILLA" userId="75fc52fa-2407-4d50-87e0-194fa3595366" providerId="ADAL" clId="{13B99187-7FB3-4381-A512-42AA89739898}" dt="2026-04-24T10:32:05.376" v="10419" actId="1036"/>
          <ac:spMkLst>
            <pc:docMk/>
            <pc:sldMk cId="3921035367" sldId="322"/>
            <ac:spMk id="133" creationId="{E11AF86F-3D2D-940F-62E4-DB329A9180AB}"/>
          </ac:spMkLst>
        </pc:spChg>
        <pc:grpChg chg="add mod">
          <ac:chgData name="DAVIDE BRAMBILLA" userId="75fc52fa-2407-4d50-87e0-194fa3595366" providerId="ADAL" clId="{13B99187-7FB3-4381-A512-42AA89739898}" dt="2026-04-24T10:32:05.376" v="10419" actId="1036"/>
          <ac:grpSpMkLst>
            <pc:docMk/>
            <pc:sldMk cId="3921035367" sldId="322"/>
            <ac:grpSpMk id="132" creationId="{6F6DFCA9-5150-9C68-18E8-1DE0B1822FCC}"/>
          </ac:grpSpMkLst>
        </pc:grpChg>
        <pc:picChg chg="add mod">
          <ac:chgData name="DAVIDE BRAMBILLA" userId="75fc52fa-2407-4d50-87e0-194fa3595366" providerId="ADAL" clId="{13B99187-7FB3-4381-A512-42AA89739898}" dt="2026-04-24T10:31:07.514" v="10333" actId="164"/>
          <ac:picMkLst>
            <pc:docMk/>
            <pc:sldMk cId="3921035367" sldId="322"/>
            <ac:picMk id="130" creationId="{BEBA7A9B-C0DD-0AB5-7E5E-CD227B3CDB29}"/>
          </ac:picMkLst>
        </pc:picChg>
      </pc:sldChg>
      <pc:sldChg chg="addSp delSp modSp add mod">
        <pc:chgData name="DAVIDE BRAMBILLA" userId="75fc52fa-2407-4d50-87e0-194fa3595366" providerId="ADAL" clId="{13B99187-7FB3-4381-A512-42AA89739898}" dt="2026-04-25T14:44:11.309" v="15362" actId="20577"/>
        <pc:sldMkLst>
          <pc:docMk/>
          <pc:sldMk cId="1664545155" sldId="324"/>
        </pc:sldMkLst>
        <pc:spChg chg="mod">
          <ac:chgData name="DAVIDE BRAMBILLA" userId="75fc52fa-2407-4d50-87e0-194fa3595366" providerId="ADAL" clId="{13B99187-7FB3-4381-A512-42AA89739898}" dt="2026-04-25T14:44:11.309" v="15362" actId="20577"/>
          <ac:spMkLst>
            <pc:docMk/>
            <pc:sldMk cId="1664545155" sldId="324"/>
            <ac:spMk id="2" creationId="{4EEA956D-8F79-1E5E-A568-6160D0E217BE}"/>
          </ac:spMkLst>
        </pc:spChg>
        <pc:spChg chg="add mod">
          <ac:chgData name="DAVIDE BRAMBILLA" userId="75fc52fa-2407-4d50-87e0-194fa3595366" providerId="ADAL" clId="{13B99187-7FB3-4381-A512-42AA89739898}" dt="2026-04-25T07:46:58.638" v="11311" actId="207"/>
          <ac:spMkLst>
            <pc:docMk/>
            <pc:sldMk cId="1664545155" sldId="324"/>
            <ac:spMk id="7" creationId="{0F494380-BF7A-BB21-1E3C-78DE344F8240}"/>
          </ac:spMkLst>
        </pc:spChg>
        <pc:spChg chg="add mod">
          <ac:chgData name="DAVIDE BRAMBILLA" userId="75fc52fa-2407-4d50-87e0-194fa3595366" providerId="ADAL" clId="{13B99187-7FB3-4381-A512-42AA89739898}" dt="2026-04-24T10:47:03.169" v="10598" actId="2711"/>
          <ac:spMkLst>
            <pc:docMk/>
            <pc:sldMk cId="1664545155" sldId="324"/>
            <ac:spMk id="8" creationId="{42747B0C-2A8C-52BD-46D1-C6E8CBF2623F}"/>
          </ac:spMkLst>
        </pc:spChg>
        <pc:spChg chg="add mod">
          <ac:chgData name="DAVIDE BRAMBILLA" userId="75fc52fa-2407-4d50-87e0-194fa3595366" providerId="ADAL" clId="{13B99187-7FB3-4381-A512-42AA89739898}" dt="2026-04-25T07:46:44.890" v="11308" actId="207"/>
          <ac:spMkLst>
            <pc:docMk/>
            <pc:sldMk cId="1664545155" sldId="324"/>
            <ac:spMk id="10" creationId="{1377274E-B7E2-3E46-7303-FECDDD5096AA}"/>
          </ac:spMkLst>
        </pc:spChg>
        <pc:spChg chg="add mod">
          <ac:chgData name="DAVIDE BRAMBILLA" userId="75fc52fa-2407-4d50-87e0-194fa3595366" providerId="ADAL" clId="{13B99187-7FB3-4381-A512-42AA89739898}" dt="2026-04-24T10:47:06.170" v="10599" actId="2711"/>
          <ac:spMkLst>
            <pc:docMk/>
            <pc:sldMk cId="1664545155" sldId="324"/>
            <ac:spMk id="11" creationId="{F412D25A-0D8F-53D6-7FC8-C6AC45D9DF17}"/>
          </ac:spMkLst>
        </pc:spChg>
        <pc:spChg chg="add mod">
          <ac:chgData name="DAVIDE BRAMBILLA" userId="75fc52fa-2407-4d50-87e0-194fa3595366" providerId="ADAL" clId="{13B99187-7FB3-4381-A512-42AA89739898}" dt="2026-04-25T07:46:46.855" v="11309" actId="207"/>
          <ac:spMkLst>
            <pc:docMk/>
            <pc:sldMk cId="1664545155" sldId="324"/>
            <ac:spMk id="13" creationId="{BE274DF5-99A4-AA7F-261A-834BFE6B831A}"/>
          </ac:spMkLst>
        </pc:spChg>
        <pc:spChg chg="add mod">
          <ac:chgData name="DAVIDE BRAMBILLA" userId="75fc52fa-2407-4d50-87e0-194fa3595366" providerId="ADAL" clId="{13B99187-7FB3-4381-A512-42AA89739898}" dt="2026-04-24T10:47:09.304" v="10600" actId="2711"/>
          <ac:spMkLst>
            <pc:docMk/>
            <pc:sldMk cId="1664545155" sldId="324"/>
            <ac:spMk id="14" creationId="{60AC4D9B-A055-88CA-0E0E-8C56DAAA57F6}"/>
          </ac:spMkLst>
        </pc:spChg>
        <pc:spChg chg="add mod">
          <ac:chgData name="DAVIDE BRAMBILLA" userId="75fc52fa-2407-4d50-87e0-194fa3595366" providerId="ADAL" clId="{13B99187-7FB3-4381-A512-42AA89739898}" dt="2026-04-24T10:52:54.320" v="10694" actId="403"/>
          <ac:spMkLst>
            <pc:docMk/>
            <pc:sldMk cId="1664545155" sldId="324"/>
            <ac:spMk id="16" creationId="{B7C0F90B-DC34-B326-F36C-8788982B828B}"/>
          </ac:spMkLst>
        </pc:spChg>
        <pc:grpChg chg="add mod">
          <ac:chgData name="DAVIDE BRAMBILLA" userId="75fc52fa-2407-4d50-87e0-194fa3595366" providerId="ADAL" clId="{13B99187-7FB3-4381-A512-42AA89739898}" dt="2026-04-24T10:46:47.340" v="10593" actId="1076"/>
          <ac:grpSpMkLst>
            <pc:docMk/>
            <pc:sldMk cId="1664545155" sldId="324"/>
            <ac:grpSpMk id="15" creationId="{070BB89B-010A-22F1-99DC-3680B6F8769E}"/>
          </ac:grpSpMkLst>
        </pc:grpChg>
        <pc:picChg chg="add mod">
          <ac:chgData name="DAVIDE BRAMBILLA" userId="75fc52fa-2407-4d50-87e0-194fa3595366" providerId="ADAL" clId="{13B99187-7FB3-4381-A512-42AA89739898}" dt="2026-04-24T10:46:26.240" v="10588" actId="164"/>
          <ac:picMkLst>
            <pc:docMk/>
            <pc:sldMk cId="1664545155" sldId="324"/>
            <ac:picMk id="6" creationId="{6637F0C7-3C00-4B57-684E-22D27EC2CBA7}"/>
          </ac:picMkLst>
        </pc:picChg>
        <pc:picChg chg="add mod">
          <ac:chgData name="DAVIDE BRAMBILLA" userId="75fc52fa-2407-4d50-87e0-194fa3595366" providerId="ADAL" clId="{13B99187-7FB3-4381-A512-42AA89739898}" dt="2026-04-24T10:46:39.804" v="10592" actId="1076"/>
          <ac:picMkLst>
            <pc:docMk/>
            <pc:sldMk cId="1664545155" sldId="324"/>
            <ac:picMk id="9" creationId="{A3BAE242-ABC2-DA3E-4CE8-D9DFFE11B7DB}"/>
          </ac:picMkLst>
        </pc:picChg>
        <pc:picChg chg="add mod">
          <ac:chgData name="DAVIDE BRAMBILLA" userId="75fc52fa-2407-4d50-87e0-194fa3595366" providerId="ADAL" clId="{13B99187-7FB3-4381-A512-42AA89739898}" dt="2026-04-24T10:46:26.240" v="10588" actId="164"/>
          <ac:picMkLst>
            <pc:docMk/>
            <pc:sldMk cId="1664545155" sldId="324"/>
            <ac:picMk id="12" creationId="{AEA1B112-AEED-3F31-13CB-D7EC5BFB396A}"/>
          </ac:picMkLst>
        </pc:picChg>
        <pc:picChg chg="mod">
          <ac:chgData name="DAVIDE BRAMBILLA" userId="75fc52fa-2407-4d50-87e0-194fa3595366" providerId="ADAL" clId="{13B99187-7FB3-4381-A512-42AA89739898}" dt="2026-04-25T07:48:16.629" v="11377" actId="1038"/>
          <ac:picMkLst>
            <pc:docMk/>
            <pc:sldMk cId="1664545155" sldId="324"/>
            <ac:picMk id="32" creationId="{57D1F339-C981-3A73-E479-472EA9706BA5}"/>
          </ac:picMkLst>
        </pc:picChg>
      </pc:sldChg>
      <pc:sldChg chg="modSp mod">
        <pc:chgData name="DAVIDE BRAMBILLA" userId="75fc52fa-2407-4d50-87e0-194fa3595366" providerId="ADAL" clId="{13B99187-7FB3-4381-A512-42AA89739898}" dt="2026-04-25T14:42:40.806" v="15336" actId="20577"/>
        <pc:sldMkLst>
          <pc:docMk/>
          <pc:sldMk cId="902736191" sldId="326"/>
        </pc:sldMkLst>
        <pc:spChg chg="mod">
          <ac:chgData name="DAVIDE BRAMBILLA" userId="75fc52fa-2407-4d50-87e0-194fa3595366" providerId="ADAL" clId="{13B99187-7FB3-4381-A512-42AA89739898}" dt="2026-04-25T14:42:40.806" v="15336" actId="20577"/>
          <ac:spMkLst>
            <pc:docMk/>
            <pc:sldMk cId="902736191" sldId="326"/>
            <ac:spMk id="2" creationId="{491A6367-FD09-B6D8-FA55-D7D000BDE2D0}"/>
          </ac:spMkLst>
        </pc:spChg>
      </pc:sldChg>
      <pc:sldChg chg="addSp delSp modSp mod">
        <pc:chgData name="DAVIDE BRAMBILLA" userId="75fc52fa-2407-4d50-87e0-194fa3595366" providerId="ADAL" clId="{13B99187-7FB3-4381-A512-42AA89739898}" dt="2026-04-25T14:36:18.002" v="15295" actId="1076"/>
        <pc:sldMkLst>
          <pc:docMk/>
          <pc:sldMk cId="3054056586" sldId="328"/>
        </pc:sldMkLst>
        <pc:spChg chg="add mod">
          <ac:chgData name="DAVIDE BRAMBILLA" userId="75fc52fa-2407-4d50-87e0-194fa3595366" providerId="ADAL" clId="{13B99187-7FB3-4381-A512-42AA89739898}" dt="2026-04-25T14:36:18.002" v="15295" actId="1076"/>
          <ac:spMkLst>
            <pc:docMk/>
            <pc:sldMk cId="3054056586" sldId="328"/>
            <ac:spMk id="3" creationId="{1E9028D9-B0ED-6696-CDC6-47C854D7DFBD}"/>
          </ac:spMkLst>
        </pc:spChg>
        <pc:spChg chg="add mod">
          <ac:chgData name="DAVIDE BRAMBILLA" userId="75fc52fa-2407-4d50-87e0-194fa3595366" providerId="ADAL" clId="{13B99187-7FB3-4381-A512-42AA89739898}" dt="2026-04-25T14:36:18.002" v="15295" actId="1076"/>
          <ac:spMkLst>
            <pc:docMk/>
            <pc:sldMk cId="3054056586" sldId="328"/>
            <ac:spMk id="4" creationId="{DA2E05AA-BE9A-5B7A-18BD-7A1F0718BF9B}"/>
          </ac:spMkLst>
        </pc:spChg>
        <pc:spChg chg="add mod">
          <ac:chgData name="DAVIDE BRAMBILLA" userId="75fc52fa-2407-4d50-87e0-194fa3595366" providerId="ADAL" clId="{13B99187-7FB3-4381-A512-42AA89739898}" dt="2026-04-25T14:28:55.444" v="15232" actId="208"/>
          <ac:spMkLst>
            <pc:docMk/>
            <pc:sldMk cId="3054056586" sldId="328"/>
            <ac:spMk id="11" creationId="{14B489BE-A116-7F55-5E87-1B250A81D045}"/>
          </ac:spMkLst>
        </pc:spChg>
        <pc:spChg chg="add mod">
          <ac:chgData name="DAVIDE BRAMBILLA" userId="75fc52fa-2407-4d50-87e0-194fa3595366" providerId="ADAL" clId="{13B99187-7FB3-4381-A512-42AA89739898}" dt="2026-04-25T14:36:18.002" v="15295" actId="1076"/>
          <ac:spMkLst>
            <pc:docMk/>
            <pc:sldMk cId="3054056586" sldId="328"/>
            <ac:spMk id="15" creationId="{336A746C-C48F-5EF6-D4FC-71961CA79E82}"/>
          </ac:spMkLst>
        </pc:spChg>
        <pc:spChg chg="add mod">
          <ac:chgData name="DAVIDE BRAMBILLA" userId="75fc52fa-2407-4d50-87e0-194fa3595366" providerId="ADAL" clId="{13B99187-7FB3-4381-A512-42AA89739898}" dt="2026-04-25T14:36:18.002" v="15295" actId="1076"/>
          <ac:spMkLst>
            <pc:docMk/>
            <pc:sldMk cId="3054056586" sldId="328"/>
            <ac:spMk id="17" creationId="{C9139821-3BB4-8E59-BA08-C1F84C1D2E38}"/>
          </ac:spMkLst>
        </pc:spChg>
        <pc:picChg chg="mod">
          <ac:chgData name="DAVIDE BRAMBILLA" userId="75fc52fa-2407-4d50-87e0-194fa3595366" providerId="ADAL" clId="{13B99187-7FB3-4381-A512-42AA89739898}" dt="2026-04-25T14:28:30.500" v="15228" actId="1036"/>
          <ac:picMkLst>
            <pc:docMk/>
            <pc:sldMk cId="3054056586" sldId="328"/>
            <ac:picMk id="5" creationId="{3071872F-4075-6877-2F45-FC2A92BCEFF3}"/>
          </ac:picMkLst>
        </pc:picChg>
        <pc:picChg chg="mod">
          <ac:chgData name="DAVIDE BRAMBILLA" userId="75fc52fa-2407-4d50-87e0-194fa3595366" providerId="ADAL" clId="{13B99187-7FB3-4381-A512-42AA89739898}" dt="2026-04-25T14:28:30.500" v="15228" actId="1036"/>
          <ac:picMkLst>
            <pc:docMk/>
            <pc:sldMk cId="3054056586" sldId="328"/>
            <ac:picMk id="7" creationId="{27CAA0D7-DFC6-49A9-DE43-6AC43E98DD26}"/>
          </ac:picMkLst>
        </pc:picChg>
      </pc:sldChg>
      <pc:sldChg chg="addSp delSp modSp add mod ord modNotesTx">
        <pc:chgData name="DAVIDE BRAMBILLA" userId="75fc52fa-2407-4d50-87e0-194fa3595366" providerId="ADAL" clId="{13B99187-7FB3-4381-A512-42AA89739898}" dt="2026-04-26T08:38:47.999" v="16601" actId="20577"/>
        <pc:sldMkLst>
          <pc:docMk/>
          <pc:sldMk cId="3837348698" sldId="332"/>
        </pc:sldMkLst>
        <pc:spChg chg="mod">
          <ac:chgData name="DAVIDE BRAMBILLA" userId="75fc52fa-2407-4d50-87e0-194fa3595366" providerId="ADAL" clId="{13B99187-7FB3-4381-A512-42AA89739898}" dt="2026-04-25T07:26:58.212" v="10752" actId="27636"/>
          <ac:spMkLst>
            <pc:docMk/>
            <pc:sldMk cId="3837348698" sldId="332"/>
            <ac:spMk id="2" creationId="{D6A459BC-5FF3-83D1-BCE4-621B25E29E96}"/>
          </ac:spMkLst>
        </pc:spChg>
        <pc:spChg chg="add mod">
          <ac:chgData name="DAVIDE BRAMBILLA" userId="75fc52fa-2407-4d50-87e0-194fa3595366" providerId="ADAL" clId="{13B99187-7FB3-4381-A512-42AA89739898}" dt="2026-04-25T07:40:28.851" v="11220" actId="20577"/>
          <ac:spMkLst>
            <pc:docMk/>
            <pc:sldMk cId="3837348698" sldId="332"/>
            <ac:spMk id="6" creationId="{531A71D2-9AEF-960A-9A8D-5263226285C4}"/>
          </ac:spMkLst>
        </pc:spChg>
        <pc:spChg chg="add mod">
          <ac:chgData name="DAVIDE BRAMBILLA" userId="75fc52fa-2407-4d50-87e0-194fa3595366" providerId="ADAL" clId="{13B99187-7FB3-4381-A512-42AA89739898}" dt="2026-04-25T07:32:00.025" v="10824" actId="164"/>
          <ac:spMkLst>
            <pc:docMk/>
            <pc:sldMk cId="3837348698" sldId="332"/>
            <ac:spMk id="7" creationId="{B3460FF3-92BB-A14C-1CFA-2D5BD706BB8C}"/>
          </ac:spMkLst>
        </pc:spChg>
        <pc:spChg chg="add mod">
          <ac:chgData name="DAVIDE BRAMBILLA" userId="75fc52fa-2407-4d50-87e0-194fa3595366" providerId="ADAL" clId="{13B99187-7FB3-4381-A512-42AA89739898}" dt="2026-04-25T07:32:04.196" v="10825" actId="164"/>
          <ac:spMkLst>
            <pc:docMk/>
            <pc:sldMk cId="3837348698" sldId="332"/>
            <ac:spMk id="8" creationId="{0A4803F7-1781-3D31-C0C4-29F252FA2A44}"/>
          </ac:spMkLst>
        </pc:spChg>
        <pc:spChg chg="add mod">
          <ac:chgData name="DAVIDE BRAMBILLA" userId="75fc52fa-2407-4d50-87e0-194fa3595366" providerId="ADAL" clId="{13B99187-7FB3-4381-A512-42AA89739898}" dt="2026-04-25T07:32:04.196" v="10825" actId="164"/>
          <ac:spMkLst>
            <pc:docMk/>
            <pc:sldMk cId="3837348698" sldId="332"/>
            <ac:spMk id="9" creationId="{59E08737-8268-381D-55E6-1A07CB5F093A}"/>
          </ac:spMkLst>
        </pc:spChg>
        <pc:spChg chg="add mod">
          <ac:chgData name="DAVIDE BRAMBILLA" userId="75fc52fa-2407-4d50-87e0-194fa3595366" providerId="ADAL" clId="{13B99187-7FB3-4381-A512-42AA89739898}" dt="2026-04-25T07:35:41.536" v="11112" actId="1037"/>
          <ac:spMkLst>
            <pc:docMk/>
            <pc:sldMk cId="3837348698" sldId="332"/>
            <ac:spMk id="10" creationId="{313D6BD6-9FE5-9520-E8CC-AFD38DB73528}"/>
          </ac:spMkLst>
        </pc:spChg>
        <pc:spChg chg="add mod">
          <ac:chgData name="DAVIDE BRAMBILLA" userId="75fc52fa-2407-4d50-87e0-194fa3595366" providerId="ADAL" clId="{13B99187-7FB3-4381-A512-42AA89739898}" dt="2026-04-25T07:32:07.901" v="10826" actId="164"/>
          <ac:spMkLst>
            <pc:docMk/>
            <pc:sldMk cId="3837348698" sldId="332"/>
            <ac:spMk id="11" creationId="{89A9B6CC-AC85-EE3A-A9BD-DECFE37053FF}"/>
          </ac:spMkLst>
        </pc:spChg>
        <pc:spChg chg="add mod topLvl">
          <ac:chgData name="DAVIDE BRAMBILLA" userId="75fc52fa-2407-4d50-87e0-194fa3595366" providerId="ADAL" clId="{13B99187-7FB3-4381-A512-42AA89739898}" dt="2026-04-25T07:40:58.173" v="11237" actId="20577"/>
          <ac:spMkLst>
            <pc:docMk/>
            <pc:sldMk cId="3837348698" sldId="332"/>
            <ac:spMk id="12" creationId="{2D87240D-855E-2AF9-FFB8-A6BA64030EDB}"/>
          </ac:spMkLst>
        </pc:spChg>
        <pc:spChg chg="add mod topLvl">
          <ac:chgData name="DAVIDE BRAMBILLA" userId="75fc52fa-2407-4d50-87e0-194fa3595366" providerId="ADAL" clId="{13B99187-7FB3-4381-A512-42AA89739898}" dt="2026-04-25T07:37:15.012" v="11175" actId="164"/>
          <ac:spMkLst>
            <pc:docMk/>
            <pc:sldMk cId="3837348698" sldId="332"/>
            <ac:spMk id="13" creationId="{202745B9-60AA-1E39-E684-2D401B84E962}"/>
          </ac:spMkLst>
        </pc:spChg>
        <pc:spChg chg="add mod">
          <ac:chgData name="DAVIDE BRAMBILLA" userId="75fc52fa-2407-4d50-87e0-194fa3595366" providerId="ADAL" clId="{13B99187-7FB3-4381-A512-42AA89739898}" dt="2026-04-25T07:32:11.186" v="10827" actId="164"/>
          <ac:spMkLst>
            <pc:docMk/>
            <pc:sldMk cId="3837348698" sldId="332"/>
            <ac:spMk id="14" creationId="{96AF431F-D599-0C7C-8AD1-EDC91D805BD5}"/>
          </ac:spMkLst>
        </pc:spChg>
        <pc:spChg chg="add mod">
          <ac:chgData name="DAVIDE BRAMBILLA" userId="75fc52fa-2407-4d50-87e0-194fa3595366" providerId="ADAL" clId="{13B99187-7FB3-4381-A512-42AA89739898}" dt="2026-04-25T07:32:11.186" v="10827" actId="164"/>
          <ac:spMkLst>
            <pc:docMk/>
            <pc:sldMk cId="3837348698" sldId="332"/>
            <ac:spMk id="15" creationId="{0DF081D4-79FE-7FB0-0676-F0540C520403}"/>
          </ac:spMkLst>
        </pc:spChg>
        <pc:spChg chg="add mod topLvl">
          <ac:chgData name="DAVIDE BRAMBILLA" userId="75fc52fa-2407-4d50-87e0-194fa3595366" providerId="ADAL" clId="{13B99187-7FB3-4381-A512-42AA89739898}" dt="2026-04-25T07:37:08.235" v="11174" actId="20577"/>
          <ac:spMkLst>
            <pc:docMk/>
            <pc:sldMk cId="3837348698" sldId="332"/>
            <ac:spMk id="25" creationId="{1E2B1512-91CC-50A1-456F-A09A9582F958}"/>
          </ac:spMkLst>
        </pc:spChg>
        <pc:spChg chg="add mod topLvl">
          <ac:chgData name="DAVIDE BRAMBILLA" userId="75fc52fa-2407-4d50-87e0-194fa3595366" providerId="ADAL" clId="{13B99187-7FB3-4381-A512-42AA89739898}" dt="2026-04-25T07:37:06.287" v="11173" actId="164"/>
          <ac:spMkLst>
            <pc:docMk/>
            <pc:sldMk cId="3837348698" sldId="332"/>
            <ac:spMk id="26" creationId="{C022761B-0E9D-CD55-188F-3B0020560568}"/>
          </ac:spMkLst>
        </pc:spChg>
        <pc:grpChg chg="add mod">
          <ac:chgData name="DAVIDE BRAMBILLA" userId="75fc52fa-2407-4d50-87e0-194fa3595366" providerId="ADAL" clId="{13B99187-7FB3-4381-A512-42AA89739898}" dt="2026-04-25T07:37:40.426" v="11180" actId="554"/>
          <ac:grpSpMkLst>
            <pc:docMk/>
            <pc:sldMk cId="3837348698" sldId="332"/>
            <ac:grpSpMk id="18" creationId="{7AF39491-8397-DBED-FF88-35618E386BAB}"/>
          </ac:grpSpMkLst>
        </pc:grpChg>
        <pc:grpChg chg="add mod">
          <ac:chgData name="DAVIDE BRAMBILLA" userId="75fc52fa-2407-4d50-87e0-194fa3595366" providerId="ADAL" clId="{13B99187-7FB3-4381-A512-42AA89739898}" dt="2026-04-25T07:37:44.156" v="11181" actId="408"/>
          <ac:grpSpMkLst>
            <pc:docMk/>
            <pc:sldMk cId="3837348698" sldId="332"/>
            <ac:grpSpMk id="20" creationId="{52E3F2B4-CF8B-8714-776D-A39DE02583AF}"/>
          </ac:grpSpMkLst>
        </pc:grpChg>
        <pc:grpChg chg="add mod">
          <ac:chgData name="DAVIDE BRAMBILLA" userId="75fc52fa-2407-4d50-87e0-194fa3595366" providerId="ADAL" clId="{13B99187-7FB3-4381-A512-42AA89739898}" dt="2026-04-25T07:37:44.156" v="11181" actId="408"/>
          <ac:grpSpMkLst>
            <pc:docMk/>
            <pc:sldMk cId="3837348698" sldId="332"/>
            <ac:grpSpMk id="22" creationId="{83F4DB57-CC52-F41B-3F12-F5A37CB36A9C}"/>
          </ac:grpSpMkLst>
        </pc:grpChg>
        <pc:grpChg chg="add mod">
          <ac:chgData name="DAVIDE BRAMBILLA" userId="75fc52fa-2407-4d50-87e0-194fa3595366" providerId="ADAL" clId="{13B99187-7FB3-4381-A512-42AA89739898}" dt="2026-04-25T07:37:44.156" v="11181" actId="408"/>
          <ac:grpSpMkLst>
            <pc:docMk/>
            <pc:sldMk cId="3837348698" sldId="332"/>
            <ac:grpSpMk id="24" creationId="{4D43F853-1B73-EA61-BFE8-D8C521B8BF6D}"/>
          </ac:grpSpMkLst>
        </pc:grpChg>
        <pc:grpChg chg="add mod">
          <ac:chgData name="DAVIDE BRAMBILLA" userId="75fc52fa-2407-4d50-87e0-194fa3595366" providerId="ADAL" clId="{13B99187-7FB3-4381-A512-42AA89739898}" dt="2026-04-25T07:37:44.156" v="11181" actId="408"/>
          <ac:grpSpMkLst>
            <pc:docMk/>
            <pc:sldMk cId="3837348698" sldId="332"/>
            <ac:grpSpMk id="29" creationId="{7C5520C2-2195-4C1B-29F7-C0C617314504}"/>
          </ac:grpSpMkLst>
        </pc:grpChg>
        <pc:grpChg chg="add mod">
          <ac:chgData name="DAVIDE BRAMBILLA" userId="75fc52fa-2407-4d50-87e0-194fa3595366" providerId="ADAL" clId="{13B99187-7FB3-4381-A512-42AA89739898}" dt="2026-04-25T07:37:40.426" v="11180" actId="554"/>
          <ac:grpSpMkLst>
            <pc:docMk/>
            <pc:sldMk cId="3837348698" sldId="332"/>
            <ac:grpSpMk id="30" creationId="{E840ECA9-3AC3-4363-1324-6E01E2284D04}"/>
          </ac:grpSpMkLst>
        </pc:grpChg>
        <pc:picChg chg="add mod">
          <ac:chgData name="DAVIDE BRAMBILLA" userId="75fc52fa-2407-4d50-87e0-194fa3595366" providerId="ADAL" clId="{13B99187-7FB3-4381-A512-42AA89739898}" dt="2026-04-25T07:39:48.709" v="11213" actId="14100"/>
          <ac:picMkLst>
            <pc:docMk/>
            <pc:sldMk cId="3837348698" sldId="332"/>
            <ac:picMk id="16" creationId="{52C99032-47B8-E895-A7EC-9573A84C1102}"/>
          </ac:picMkLst>
        </pc:picChg>
      </pc:sldChg>
      <pc:sldChg chg="addSp delSp modSp add mod">
        <pc:chgData name="DAVIDE BRAMBILLA" userId="75fc52fa-2407-4d50-87e0-194fa3595366" providerId="ADAL" clId="{13B99187-7FB3-4381-A512-42AA89739898}" dt="2026-04-25T14:44:08.663" v="15360" actId="20577"/>
        <pc:sldMkLst>
          <pc:docMk/>
          <pc:sldMk cId="3708564940" sldId="333"/>
        </pc:sldMkLst>
        <pc:spChg chg="mod">
          <ac:chgData name="DAVIDE BRAMBILLA" userId="75fc52fa-2407-4d50-87e0-194fa3595366" providerId="ADAL" clId="{13B99187-7FB3-4381-A512-42AA89739898}" dt="2026-04-25T14:44:08.663" v="15360" actId="20577"/>
          <ac:spMkLst>
            <pc:docMk/>
            <pc:sldMk cId="3708564940" sldId="333"/>
            <ac:spMk id="2" creationId="{47E42AF0-8CC9-836E-E428-CAC9F4608D03}"/>
          </ac:spMkLst>
        </pc:spChg>
        <pc:spChg chg="mod">
          <ac:chgData name="DAVIDE BRAMBILLA" userId="75fc52fa-2407-4d50-87e0-194fa3595366" providerId="ADAL" clId="{13B99187-7FB3-4381-A512-42AA89739898}" dt="2026-04-25T07:46:36.494" v="11305" actId="207"/>
          <ac:spMkLst>
            <pc:docMk/>
            <pc:sldMk cId="3708564940" sldId="333"/>
            <ac:spMk id="7" creationId="{EB7DFD94-BC8A-A770-592C-3237F02EAAB0}"/>
          </ac:spMkLst>
        </pc:spChg>
        <pc:spChg chg="mod">
          <ac:chgData name="DAVIDE BRAMBILLA" userId="75fc52fa-2407-4d50-87e0-194fa3595366" providerId="ADAL" clId="{13B99187-7FB3-4381-A512-42AA89739898}" dt="2026-04-25T07:46:54.297" v="11310" actId="207"/>
          <ac:spMkLst>
            <pc:docMk/>
            <pc:sldMk cId="3708564940" sldId="333"/>
            <ac:spMk id="10" creationId="{F93A542A-842A-1DEF-7BB2-6F971BEE7423}"/>
          </ac:spMkLst>
        </pc:spChg>
        <pc:spChg chg="mod">
          <ac:chgData name="DAVIDE BRAMBILLA" userId="75fc52fa-2407-4d50-87e0-194fa3595366" providerId="ADAL" clId="{13B99187-7FB3-4381-A512-42AA89739898}" dt="2026-04-25T07:46:42.228" v="11307" actId="207"/>
          <ac:spMkLst>
            <pc:docMk/>
            <pc:sldMk cId="3708564940" sldId="333"/>
            <ac:spMk id="13" creationId="{B7CA7A5C-04FA-8818-03AE-BE5D9DD1859C}"/>
          </ac:spMkLst>
        </pc:spChg>
        <pc:picChg chg="add mod">
          <ac:chgData name="DAVIDE BRAMBILLA" userId="75fc52fa-2407-4d50-87e0-194fa3595366" providerId="ADAL" clId="{13B99187-7FB3-4381-A512-42AA89739898}" dt="2026-04-25T07:48:09.546" v="11370" actId="1038"/>
          <ac:picMkLst>
            <pc:docMk/>
            <pc:sldMk cId="3708564940" sldId="333"/>
            <ac:picMk id="3" creationId="{B68CF547-AEC0-857C-005F-1D745EFC87F0}"/>
          </ac:picMkLst>
        </pc:picChg>
      </pc:sldChg>
      <pc:sldChg chg="addSp delSp modSp add mod">
        <pc:chgData name="DAVIDE BRAMBILLA" userId="75fc52fa-2407-4d50-87e0-194fa3595366" providerId="ADAL" clId="{13B99187-7FB3-4381-A512-42AA89739898}" dt="2026-04-25T14:44:05.805" v="15358" actId="20577"/>
        <pc:sldMkLst>
          <pc:docMk/>
          <pc:sldMk cId="661278158" sldId="334"/>
        </pc:sldMkLst>
        <pc:spChg chg="mod">
          <ac:chgData name="DAVIDE BRAMBILLA" userId="75fc52fa-2407-4d50-87e0-194fa3595366" providerId="ADAL" clId="{13B99187-7FB3-4381-A512-42AA89739898}" dt="2026-04-25T14:44:05.805" v="15358" actId="20577"/>
          <ac:spMkLst>
            <pc:docMk/>
            <pc:sldMk cId="661278158" sldId="334"/>
            <ac:spMk id="2" creationId="{F4C28DBA-A228-DC53-3936-A80316015C65}"/>
          </ac:spMkLst>
        </pc:spChg>
        <pc:spChg chg="mod">
          <ac:chgData name="DAVIDE BRAMBILLA" userId="75fc52fa-2407-4d50-87e0-194fa3595366" providerId="ADAL" clId="{13B99187-7FB3-4381-A512-42AA89739898}" dt="2026-04-25T07:47:35.664" v="11318" actId="207"/>
          <ac:spMkLst>
            <pc:docMk/>
            <pc:sldMk cId="661278158" sldId="334"/>
            <ac:spMk id="10" creationId="{335A51EE-6AFF-4C46-896C-6807D3339197}"/>
          </ac:spMkLst>
        </pc:spChg>
        <pc:spChg chg="mod">
          <ac:chgData name="DAVIDE BRAMBILLA" userId="75fc52fa-2407-4d50-87e0-194fa3595366" providerId="ADAL" clId="{13B99187-7FB3-4381-A512-42AA89739898}" dt="2026-04-25T07:47:38.800" v="11319" actId="207"/>
          <ac:spMkLst>
            <pc:docMk/>
            <pc:sldMk cId="661278158" sldId="334"/>
            <ac:spMk id="13" creationId="{3FDF5EBF-0F49-8880-ACDE-CC0DC5EB838D}"/>
          </ac:spMkLst>
        </pc:spChg>
        <pc:picChg chg="add mod">
          <ac:chgData name="DAVIDE BRAMBILLA" userId="75fc52fa-2407-4d50-87e0-194fa3595366" providerId="ADAL" clId="{13B99187-7FB3-4381-A512-42AA89739898}" dt="2026-04-25T07:48:03.358" v="11358" actId="1038"/>
          <ac:picMkLst>
            <pc:docMk/>
            <pc:sldMk cId="661278158" sldId="334"/>
            <ac:picMk id="4" creationId="{EB36A639-08A5-E466-E54B-53703302D733}"/>
          </ac:picMkLst>
        </pc:picChg>
      </pc:sldChg>
      <pc:sldChg chg="addSp delSp modSp add mod ord modNotesTx">
        <pc:chgData name="DAVIDE BRAMBILLA" userId="75fc52fa-2407-4d50-87e0-194fa3595366" providerId="ADAL" clId="{13B99187-7FB3-4381-A512-42AA89739898}" dt="2026-04-27T10:17:46.952" v="17117" actId="108"/>
        <pc:sldMkLst>
          <pc:docMk/>
          <pc:sldMk cId="3574029744" sldId="341"/>
        </pc:sldMkLst>
        <pc:spChg chg="mod">
          <ac:chgData name="DAVIDE BRAMBILLA" userId="75fc52fa-2407-4d50-87e0-194fa3595366" providerId="ADAL" clId="{13B99187-7FB3-4381-A512-42AA89739898}" dt="2026-04-25T09:48:04.676" v="12629" actId="20577"/>
          <ac:spMkLst>
            <pc:docMk/>
            <pc:sldMk cId="3574029744" sldId="341"/>
            <ac:spMk id="2" creationId="{08B60036-972D-5D85-874A-7C3EE80449E5}"/>
          </ac:spMkLst>
        </pc:spChg>
        <pc:spChg chg="add mod ord topLvl">
          <ac:chgData name="DAVIDE BRAMBILLA" userId="75fc52fa-2407-4d50-87e0-194fa3595366" providerId="ADAL" clId="{13B99187-7FB3-4381-A512-42AA89739898}" dt="2026-04-25T14:17:05.518" v="14829" actId="164"/>
          <ac:spMkLst>
            <pc:docMk/>
            <pc:sldMk cId="3574029744" sldId="341"/>
            <ac:spMk id="3" creationId="{04F6B59F-AB74-87D6-01ED-68606054B565}"/>
          </ac:spMkLst>
        </pc:spChg>
        <pc:spChg chg="add mod ord topLvl">
          <ac:chgData name="DAVIDE BRAMBILLA" userId="75fc52fa-2407-4d50-87e0-194fa3595366" providerId="ADAL" clId="{13B99187-7FB3-4381-A512-42AA89739898}" dt="2026-04-25T14:17:05.518" v="14829" actId="164"/>
          <ac:spMkLst>
            <pc:docMk/>
            <pc:sldMk cId="3574029744" sldId="341"/>
            <ac:spMk id="4" creationId="{235556A0-897C-C9D4-DD7D-3DAEF6323AA5}"/>
          </ac:spMkLst>
        </pc:spChg>
        <pc:spChg chg="add mod ord topLvl">
          <ac:chgData name="DAVIDE BRAMBILLA" userId="75fc52fa-2407-4d50-87e0-194fa3595366" providerId="ADAL" clId="{13B99187-7FB3-4381-A512-42AA89739898}" dt="2026-04-27T10:17:42.334" v="17116" actId="1076"/>
          <ac:spMkLst>
            <pc:docMk/>
            <pc:sldMk cId="3574029744" sldId="341"/>
            <ac:spMk id="5" creationId="{9FAC651D-CB4E-08CC-8E6D-3E3F682A11DC}"/>
          </ac:spMkLst>
        </pc:spChg>
        <pc:spChg chg="mod">
          <ac:chgData name="DAVIDE BRAMBILLA" userId="75fc52fa-2407-4d50-87e0-194fa3595366" providerId="ADAL" clId="{13B99187-7FB3-4381-A512-42AA89739898}" dt="2026-04-25T14:17:05.518" v="14829" actId="164"/>
          <ac:spMkLst>
            <pc:docMk/>
            <pc:sldMk cId="3574029744" sldId="341"/>
            <ac:spMk id="11" creationId="{2797D282-802D-40D1-B5B8-2A8B35DBE526}"/>
          </ac:spMkLst>
        </pc:spChg>
        <pc:spChg chg="mod">
          <ac:chgData name="DAVIDE BRAMBILLA" userId="75fc52fa-2407-4d50-87e0-194fa3595366" providerId="ADAL" clId="{13B99187-7FB3-4381-A512-42AA89739898}" dt="2026-04-27T10:17:37.533" v="17114" actId="108"/>
          <ac:spMkLst>
            <pc:docMk/>
            <pc:sldMk cId="3574029744" sldId="341"/>
            <ac:spMk id="13" creationId="{A99F20EF-F89A-B5E7-A811-CE6BB885D113}"/>
          </ac:spMkLst>
        </pc:spChg>
        <pc:spChg chg="mod">
          <ac:chgData name="DAVIDE BRAMBILLA" userId="75fc52fa-2407-4d50-87e0-194fa3595366" providerId="ADAL" clId="{13B99187-7FB3-4381-A512-42AA89739898}" dt="2026-04-25T14:17:05.518" v="14829" actId="164"/>
          <ac:spMkLst>
            <pc:docMk/>
            <pc:sldMk cId="3574029744" sldId="341"/>
            <ac:spMk id="15" creationId="{E1A2EE74-41F4-6A5F-8886-E817C7FBE827}"/>
          </ac:spMkLst>
        </pc:spChg>
        <pc:spChg chg="mod">
          <ac:chgData name="DAVIDE BRAMBILLA" userId="75fc52fa-2407-4d50-87e0-194fa3595366" providerId="ADAL" clId="{13B99187-7FB3-4381-A512-42AA89739898}" dt="2026-04-27T10:17:46.952" v="17117" actId="108"/>
          <ac:spMkLst>
            <pc:docMk/>
            <pc:sldMk cId="3574029744" sldId="341"/>
            <ac:spMk id="17" creationId="{B3742672-FD32-D046-05E8-1457A7647684}"/>
          </ac:spMkLst>
        </pc:spChg>
        <pc:spChg chg="mod">
          <ac:chgData name="DAVIDE BRAMBILLA" userId="75fc52fa-2407-4d50-87e0-194fa3595366" providerId="ADAL" clId="{13B99187-7FB3-4381-A512-42AA89739898}" dt="2026-04-25T14:17:05.518" v="14829" actId="164"/>
          <ac:spMkLst>
            <pc:docMk/>
            <pc:sldMk cId="3574029744" sldId="341"/>
            <ac:spMk id="19" creationId="{86D37143-6CE6-6239-5A34-D52EED892C5E}"/>
          </ac:spMkLst>
        </pc:spChg>
        <pc:spChg chg="mod">
          <ac:chgData name="DAVIDE BRAMBILLA" userId="75fc52fa-2407-4d50-87e0-194fa3595366" providerId="ADAL" clId="{13B99187-7FB3-4381-A512-42AA89739898}" dt="2026-04-25T14:17:05.518" v="14829" actId="164"/>
          <ac:spMkLst>
            <pc:docMk/>
            <pc:sldMk cId="3574029744" sldId="341"/>
            <ac:spMk id="21" creationId="{EF7AB62D-36C1-C823-7D0C-D9C153B89EEC}"/>
          </ac:spMkLst>
        </pc:spChg>
        <pc:spChg chg="add mod">
          <ac:chgData name="DAVIDE BRAMBILLA" userId="75fc52fa-2407-4d50-87e0-194fa3595366" providerId="ADAL" clId="{13B99187-7FB3-4381-A512-42AA89739898}" dt="2026-04-25T09:43:11.200" v="12506" actId="207"/>
          <ac:spMkLst>
            <pc:docMk/>
            <pc:sldMk cId="3574029744" sldId="341"/>
            <ac:spMk id="49" creationId="{99B3BF79-91B0-749F-4570-24A919F3A6AA}"/>
          </ac:spMkLst>
        </pc:spChg>
        <pc:grpChg chg="add mod">
          <ac:chgData name="DAVIDE BRAMBILLA" userId="75fc52fa-2407-4d50-87e0-194fa3595366" providerId="ADAL" clId="{13B99187-7FB3-4381-A512-42AA89739898}" dt="2026-04-25T14:17:08.646" v="14830" actId="12789"/>
          <ac:grpSpMkLst>
            <pc:docMk/>
            <pc:sldMk cId="3574029744" sldId="341"/>
            <ac:grpSpMk id="6" creationId="{1A6B0A3A-A4FD-9072-72F6-D16130229465}"/>
          </ac:grpSpMkLst>
        </pc:grpChg>
        <pc:grpChg chg="mod topLvl">
          <ac:chgData name="DAVIDE BRAMBILLA" userId="75fc52fa-2407-4d50-87e0-194fa3595366" providerId="ADAL" clId="{13B99187-7FB3-4381-A512-42AA89739898}" dt="2026-04-25T09:46:32.584" v="12537" actId="164"/>
          <ac:grpSpMkLst>
            <pc:docMk/>
            <pc:sldMk cId="3574029744" sldId="341"/>
            <ac:grpSpMk id="24" creationId="{DC9E51DF-0198-FE99-F819-AA49C128AD2E}"/>
          </ac:grpSpMkLst>
        </pc:grpChg>
        <pc:grpChg chg="mod topLvl">
          <ac:chgData name="DAVIDE BRAMBILLA" userId="75fc52fa-2407-4d50-87e0-194fa3595366" providerId="ADAL" clId="{13B99187-7FB3-4381-A512-42AA89739898}" dt="2026-04-25T09:46:36.462" v="12538" actId="164"/>
          <ac:grpSpMkLst>
            <pc:docMk/>
            <pc:sldMk cId="3574029744" sldId="341"/>
            <ac:grpSpMk id="25" creationId="{BB615803-EABA-99F7-2DE9-709231B2662F}"/>
          </ac:grpSpMkLst>
        </pc:grpChg>
        <pc:grpChg chg="mod topLvl">
          <ac:chgData name="DAVIDE BRAMBILLA" userId="75fc52fa-2407-4d50-87e0-194fa3595366" providerId="ADAL" clId="{13B99187-7FB3-4381-A512-42AA89739898}" dt="2026-04-25T09:46:26.521" v="12536" actId="164"/>
          <ac:grpSpMkLst>
            <pc:docMk/>
            <pc:sldMk cId="3574029744" sldId="341"/>
            <ac:grpSpMk id="27" creationId="{0EE67485-B5F2-5F03-8281-1118118A7B51}"/>
          </ac:grpSpMkLst>
        </pc:grpChg>
        <pc:grpChg chg="add mod">
          <ac:chgData name="DAVIDE BRAMBILLA" userId="75fc52fa-2407-4d50-87e0-194fa3595366" providerId="ADAL" clId="{13B99187-7FB3-4381-A512-42AA89739898}" dt="2026-04-25T09:47:12.918" v="12602" actId="164"/>
          <ac:grpSpMkLst>
            <pc:docMk/>
            <pc:sldMk cId="3574029744" sldId="341"/>
            <ac:grpSpMk id="50" creationId="{326EE972-BDF4-FB8A-DD34-88DBAAF81E9C}"/>
          </ac:grpSpMkLst>
        </pc:grpChg>
        <pc:grpChg chg="add mod">
          <ac:chgData name="DAVIDE BRAMBILLA" userId="75fc52fa-2407-4d50-87e0-194fa3595366" providerId="ADAL" clId="{13B99187-7FB3-4381-A512-42AA89739898}" dt="2026-04-25T09:47:12.918" v="12602" actId="164"/>
          <ac:grpSpMkLst>
            <pc:docMk/>
            <pc:sldMk cId="3574029744" sldId="341"/>
            <ac:grpSpMk id="51" creationId="{55935B9E-F80A-1E5F-B415-76BED4D85452}"/>
          </ac:grpSpMkLst>
        </pc:grpChg>
        <pc:grpChg chg="add mod">
          <ac:chgData name="DAVIDE BRAMBILLA" userId="75fc52fa-2407-4d50-87e0-194fa3595366" providerId="ADAL" clId="{13B99187-7FB3-4381-A512-42AA89739898}" dt="2026-04-25T09:47:12.918" v="12602" actId="164"/>
          <ac:grpSpMkLst>
            <pc:docMk/>
            <pc:sldMk cId="3574029744" sldId="341"/>
            <ac:grpSpMk id="52" creationId="{3AD45435-B630-5C5A-FB08-B39DD54B89A8}"/>
          </ac:grpSpMkLst>
        </pc:grpChg>
        <pc:grpChg chg="add mod">
          <ac:chgData name="DAVIDE BRAMBILLA" userId="75fc52fa-2407-4d50-87e0-194fa3595366" providerId="ADAL" clId="{13B99187-7FB3-4381-A512-42AA89739898}" dt="2026-04-25T14:17:08.646" v="14830" actId="12789"/>
          <ac:grpSpMkLst>
            <pc:docMk/>
            <pc:sldMk cId="3574029744" sldId="341"/>
            <ac:grpSpMk id="53" creationId="{534A9352-B37D-E674-A79E-8DC887F7B45D}"/>
          </ac:grpSpMkLst>
        </pc:grpChg>
        <pc:picChg chg="add mod topLvl modCrop">
          <ac:chgData name="DAVIDE BRAMBILLA" userId="75fc52fa-2407-4d50-87e0-194fa3595366" providerId="ADAL" clId="{13B99187-7FB3-4381-A512-42AA89739898}" dt="2026-04-25T14:16:56.835" v="14827" actId="164"/>
          <ac:picMkLst>
            <pc:docMk/>
            <pc:sldMk cId="3574029744" sldId="341"/>
            <ac:picMk id="30" creationId="{D88C01B8-956D-6F9A-1CB6-00E7BECE0BCF}"/>
          </ac:picMkLst>
        </pc:picChg>
        <pc:picChg chg="add mod topLvl modCrop">
          <ac:chgData name="DAVIDE BRAMBILLA" userId="75fc52fa-2407-4d50-87e0-194fa3595366" providerId="ADAL" clId="{13B99187-7FB3-4381-A512-42AA89739898}" dt="2026-04-25T14:17:05.518" v="14829" actId="164"/>
          <ac:picMkLst>
            <pc:docMk/>
            <pc:sldMk cId="3574029744" sldId="341"/>
            <ac:picMk id="36" creationId="{91348AFE-CD0D-79C7-DFA1-435F510FF341}"/>
          </ac:picMkLst>
        </pc:picChg>
        <pc:picChg chg="add mod topLvl modCrop">
          <ac:chgData name="DAVIDE BRAMBILLA" userId="75fc52fa-2407-4d50-87e0-194fa3595366" providerId="ADAL" clId="{13B99187-7FB3-4381-A512-42AA89739898}" dt="2026-04-25T14:16:56.835" v="14827" actId="164"/>
          <ac:picMkLst>
            <pc:docMk/>
            <pc:sldMk cId="3574029744" sldId="341"/>
            <ac:picMk id="38" creationId="{57D31090-7DBA-5C21-6796-5EDC5B45FA33}"/>
          </ac:picMkLst>
        </pc:picChg>
        <pc:picChg chg="add mod topLvl modCrop">
          <ac:chgData name="DAVIDE BRAMBILLA" userId="75fc52fa-2407-4d50-87e0-194fa3595366" providerId="ADAL" clId="{13B99187-7FB3-4381-A512-42AA89739898}" dt="2026-04-25T14:16:56.835" v="14827" actId="164"/>
          <ac:picMkLst>
            <pc:docMk/>
            <pc:sldMk cId="3574029744" sldId="341"/>
            <ac:picMk id="40" creationId="{BA271C66-135F-A3AD-C818-898B17DF7B00}"/>
          </ac:picMkLst>
        </pc:picChg>
        <pc:picChg chg="add mod topLvl modCrop">
          <ac:chgData name="DAVIDE BRAMBILLA" userId="75fc52fa-2407-4d50-87e0-194fa3595366" providerId="ADAL" clId="{13B99187-7FB3-4381-A512-42AA89739898}" dt="2026-04-25T14:16:56.835" v="14827" actId="164"/>
          <ac:picMkLst>
            <pc:docMk/>
            <pc:sldMk cId="3574029744" sldId="341"/>
            <ac:picMk id="44" creationId="{95BDAF99-E419-3FF3-D001-2480AA917AB2}"/>
          </ac:picMkLst>
        </pc:picChg>
        <pc:picChg chg="add mod topLvl modCrop">
          <ac:chgData name="DAVIDE BRAMBILLA" userId="75fc52fa-2407-4d50-87e0-194fa3595366" providerId="ADAL" clId="{13B99187-7FB3-4381-A512-42AA89739898}" dt="2026-04-25T14:17:33.162" v="14831" actId="732"/>
          <ac:picMkLst>
            <pc:docMk/>
            <pc:sldMk cId="3574029744" sldId="341"/>
            <ac:picMk id="47" creationId="{1F9D3C2E-DC69-5081-147F-1091D5A67FEC}"/>
          </ac:picMkLst>
        </pc:picChg>
      </pc:sldChg>
      <pc:sldChg chg="addSp modSp mod">
        <pc:chgData name="DAVIDE BRAMBILLA" userId="75fc52fa-2407-4d50-87e0-194fa3595366" providerId="ADAL" clId="{13B99187-7FB3-4381-A512-42AA89739898}" dt="2026-04-25T14:43:27.043" v="15348" actId="20577"/>
        <pc:sldMkLst>
          <pc:docMk/>
          <pc:sldMk cId="3852510586" sldId="347"/>
        </pc:sldMkLst>
        <pc:spChg chg="mod">
          <ac:chgData name="DAVIDE BRAMBILLA" userId="75fc52fa-2407-4d50-87e0-194fa3595366" providerId="ADAL" clId="{13B99187-7FB3-4381-A512-42AA89739898}" dt="2026-04-25T14:43:27.043" v="15348" actId="20577"/>
          <ac:spMkLst>
            <pc:docMk/>
            <pc:sldMk cId="3852510586" sldId="347"/>
            <ac:spMk id="2" creationId="{653CE3B7-EE13-268C-6CAF-4B12007117A5}"/>
          </ac:spMkLst>
        </pc:spChg>
        <pc:grpChg chg="add mod">
          <ac:chgData name="DAVIDE BRAMBILLA" userId="75fc52fa-2407-4d50-87e0-194fa3595366" providerId="ADAL" clId="{13B99187-7FB3-4381-A512-42AA89739898}" dt="2026-04-25T14:37:19.769" v="15322" actId="1038"/>
          <ac:grpSpMkLst>
            <pc:docMk/>
            <pc:sldMk cId="3852510586" sldId="347"/>
            <ac:grpSpMk id="3" creationId="{D95F8FFC-7BD3-523C-0FE8-96457A1944AC}"/>
          </ac:grpSpMkLst>
        </pc:grpChg>
        <pc:grpChg chg="mod">
          <ac:chgData name="DAVIDE BRAMBILLA" userId="75fc52fa-2407-4d50-87e0-194fa3595366" providerId="ADAL" clId="{13B99187-7FB3-4381-A512-42AA89739898}" dt="2026-04-25T14:37:12.097" v="15298" actId="12789"/>
          <ac:grpSpMkLst>
            <pc:docMk/>
            <pc:sldMk cId="3852510586" sldId="347"/>
            <ac:grpSpMk id="15" creationId="{3DE8561C-A0F6-D306-3C93-521C91143C0B}"/>
          </ac:grpSpMkLst>
        </pc:grpChg>
        <pc:picChg chg="mod">
          <ac:chgData name="DAVIDE BRAMBILLA" userId="75fc52fa-2407-4d50-87e0-194fa3595366" providerId="ADAL" clId="{13B99187-7FB3-4381-A512-42AA89739898}" dt="2026-04-25T14:37:01.714" v="15296" actId="164"/>
          <ac:picMkLst>
            <pc:docMk/>
            <pc:sldMk cId="3852510586" sldId="347"/>
            <ac:picMk id="4" creationId="{4C77FAB8-15C5-9378-4C72-CDB8EA57C7EF}"/>
          </ac:picMkLst>
        </pc:picChg>
        <pc:picChg chg="mod">
          <ac:chgData name="DAVIDE BRAMBILLA" userId="75fc52fa-2407-4d50-87e0-194fa3595366" providerId="ADAL" clId="{13B99187-7FB3-4381-A512-42AA89739898}" dt="2026-04-25T14:37:01.714" v="15296" actId="164"/>
          <ac:picMkLst>
            <pc:docMk/>
            <pc:sldMk cId="3852510586" sldId="347"/>
            <ac:picMk id="17" creationId="{41475079-B70B-266A-467C-29689189EDD0}"/>
          </ac:picMkLst>
        </pc:picChg>
      </pc:sldChg>
      <pc:sldChg chg="modSp mod">
        <pc:chgData name="DAVIDE BRAMBILLA" userId="75fc52fa-2407-4d50-87e0-194fa3595366" providerId="ADAL" clId="{13B99187-7FB3-4381-A512-42AA89739898}" dt="2026-04-25T14:43:18.446" v="15344" actId="20577"/>
        <pc:sldMkLst>
          <pc:docMk/>
          <pc:sldMk cId="3516965567" sldId="348"/>
        </pc:sldMkLst>
        <pc:spChg chg="mod">
          <ac:chgData name="DAVIDE BRAMBILLA" userId="75fc52fa-2407-4d50-87e0-194fa3595366" providerId="ADAL" clId="{13B99187-7FB3-4381-A512-42AA89739898}" dt="2026-04-25T14:43:18.446" v="15344" actId="20577"/>
          <ac:spMkLst>
            <pc:docMk/>
            <pc:sldMk cId="3516965567" sldId="348"/>
            <ac:spMk id="2" creationId="{F98163A6-1D92-6E13-8A4F-ECFCD550633D}"/>
          </ac:spMkLst>
        </pc:spChg>
        <pc:picChg chg="mod">
          <ac:chgData name="DAVIDE BRAMBILLA" userId="75fc52fa-2407-4d50-87e0-194fa3595366" providerId="ADAL" clId="{13B99187-7FB3-4381-A512-42AA89739898}" dt="2026-04-25T14:37:41.734" v="15328" actId="1038"/>
          <ac:picMkLst>
            <pc:docMk/>
            <pc:sldMk cId="3516965567" sldId="348"/>
            <ac:picMk id="4" creationId="{D252E08A-BB06-CA29-4F20-3F3B89182EDB}"/>
          </ac:picMkLst>
        </pc:picChg>
      </pc:sldChg>
      <pc:sldChg chg="modSp mod">
        <pc:chgData name="DAVIDE BRAMBILLA" userId="75fc52fa-2407-4d50-87e0-194fa3595366" providerId="ADAL" clId="{13B99187-7FB3-4381-A512-42AA89739898}" dt="2026-04-25T14:43:13.359" v="15340" actId="20577"/>
        <pc:sldMkLst>
          <pc:docMk/>
          <pc:sldMk cId="4167207901" sldId="349"/>
        </pc:sldMkLst>
        <pc:spChg chg="mod">
          <ac:chgData name="DAVIDE BRAMBILLA" userId="75fc52fa-2407-4d50-87e0-194fa3595366" providerId="ADAL" clId="{13B99187-7FB3-4381-A512-42AA89739898}" dt="2026-04-25T14:43:13.359" v="15340" actId="20577"/>
          <ac:spMkLst>
            <pc:docMk/>
            <pc:sldMk cId="4167207901" sldId="349"/>
            <ac:spMk id="2" creationId="{EBC8C8CC-3182-73DB-426C-483564C315B1}"/>
          </ac:spMkLst>
        </pc:spChg>
        <pc:picChg chg="mod modCrop">
          <ac:chgData name="DAVIDE BRAMBILLA" userId="75fc52fa-2407-4d50-87e0-194fa3595366" providerId="ADAL" clId="{13B99187-7FB3-4381-A512-42AA89739898}" dt="2026-04-25T14:39:22.475" v="15332" actId="14100"/>
          <ac:picMkLst>
            <pc:docMk/>
            <pc:sldMk cId="4167207901" sldId="349"/>
            <ac:picMk id="4" creationId="{D4230DB8-31EE-BF85-BC58-B8239CFDF925}"/>
          </ac:picMkLst>
        </pc:picChg>
      </pc:sldChg>
      <pc:sldChg chg="addSp delSp modSp add mod ord modNotesTx">
        <pc:chgData name="DAVIDE BRAMBILLA" userId="75fc52fa-2407-4d50-87e0-194fa3595366" providerId="ADAL" clId="{13B99187-7FB3-4381-A512-42AA89739898}" dt="2026-04-26T08:12:26.983" v="15496" actId="20577"/>
        <pc:sldMkLst>
          <pc:docMk/>
          <pc:sldMk cId="2466621269" sldId="350"/>
        </pc:sldMkLst>
        <pc:spChg chg="mod topLvl">
          <ac:chgData name="DAVIDE BRAMBILLA" userId="75fc52fa-2407-4d50-87e0-194fa3595366" providerId="ADAL" clId="{13B99187-7FB3-4381-A512-42AA89739898}" dt="2026-04-25T13:37:34.617" v="13933" actId="164"/>
          <ac:spMkLst>
            <pc:docMk/>
            <pc:sldMk cId="2466621269" sldId="350"/>
            <ac:spMk id="5" creationId="{33D12FF0-3D38-D75C-CFD6-D1CE5FB7D8B8}"/>
          </ac:spMkLst>
        </pc:spChg>
        <pc:spChg chg="mod topLvl">
          <ac:chgData name="DAVIDE BRAMBILLA" userId="75fc52fa-2407-4d50-87e0-194fa3595366" providerId="ADAL" clId="{13B99187-7FB3-4381-A512-42AA89739898}" dt="2026-04-25T13:53:34.362" v="14352" actId="20577"/>
          <ac:spMkLst>
            <pc:docMk/>
            <pc:sldMk cId="2466621269" sldId="350"/>
            <ac:spMk id="15" creationId="{FC7D1D6A-3E58-6A43-216B-05DF084A61E5}"/>
          </ac:spMkLst>
        </pc:spChg>
        <pc:spChg chg="mod topLvl">
          <ac:chgData name="DAVIDE BRAMBILLA" userId="75fc52fa-2407-4d50-87e0-194fa3595366" providerId="ADAL" clId="{13B99187-7FB3-4381-A512-42AA89739898}" dt="2026-04-26T08:11:38.054" v="15457" actId="108"/>
          <ac:spMkLst>
            <pc:docMk/>
            <pc:sldMk cId="2466621269" sldId="350"/>
            <ac:spMk id="17" creationId="{5CAE543A-8A39-2C1F-C395-66702130BC21}"/>
          </ac:spMkLst>
        </pc:spChg>
        <pc:spChg chg="mod">
          <ac:chgData name="DAVIDE BRAMBILLA" userId="75fc52fa-2407-4d50-87e0-194fa3595366" providerId="ADAL" clId="{13B99187-7FB3-4381-A512-42AA89739898}" dt="2026-04-25T13:26:08.377" v="13082" actId="1035"/>
          <ac:spMkLst>
            <pc:docMk/>
            <pc:sldMk cId="2466621269" sldId="350"/>
            <ac:spMk id="49" creationId="{536C3F6D-C17B-7AC2-A894-8113F5045D38}"/>
          </ac:spMkLst>
        </pc:spChg>
        <pc:grpChg chg="mod">
          <ac:chgData name="DAVIDE BRAMBILLA" userId="75fc52fa-2407-4d50-87e0-194fa3595366" providerId="ADAL" clId="{13B99187-7FB3-4381-A512-42AA89739898}" dt="2026-04-25T13:37:47.488" v="13945" actId="1036"/>
          <ac:grpSpMkLst>
            <pc:docMk/>
            <pc:sldMk cId="2466621269" sldId="350"/>
            <ac:grpSpMk id="32" creationId="{5F9D190E-410E-EC32-CDF5-CB77A7F0AB94}"/>
          </ac:grpSpMkLst>
        </pc:grpChg>
        <pc:grpChg chg="add mod">
          <ac:chgData name="DAVIDE BRAMBILLA" userId="75fc52fa-2407-4d50-87e0-194fa3595366" providerId="ADAL" clId="{13B99187-7FB3-4381-A512-42AA89739898}" dt="2026-04-25T13:37:47.488" v="13945" actId="1036"/>
          <ac:grpSpMkLst>
            <pc:docMk/>
            <pc:sldMk cId="2466621269" sldId="350"/>
            <ac:grpSpMk id="54" creationId="{C0F04299-3AB2-BB4E-44D5-43120318B62E}"/>
          </ac:grpSpMkLst>
        </pc:grpChg>
        <pc:picChg chg="mod">
          <ac:chgData name="DAVIDE BRAMBILLA" userId="75fc52fa-2407-4d50-87e0-194fa3595366" providerId="ADAL" clId="{13B99187-7FB3-4381-A512-42AA89739898}" dt="2026-04-25T13:22:29.001" v="12993"/>
          <ac:picMkLst>
            <pc:docMk/>
            <pc:sldMk cId="2466621269" sldId="350"/>
            <ac:picMk id="33" creationId="{97CFC572-6739-FE8D-7096-E9E32CCFD3DD}"/>
          </ac:picMkLst>
        </pc:picChg>
        <pc:picChg chg="mod">
          <ac:chgData name="DAVIDE BRAMBILLA" userId="75fc52fa-2407-4d50-87e0-194fa3595366" providerId="ADAL" clId="{13B99187-7FB3-4381-A512-42AA89739898}" dt="2026-04-25T13:22:29.001" v="12993"/>
          <ac:picMkLst>
            <pc:docMk/>
            <pc:sldMk cId="2466621269" sldId="350"/>
            <ac:picMk id="34" creationId="{2E2F64F0-F0A0-A36F-DBBB-C708CB7EFE95}"/>
          </ac:picMkLst>
        </pc:picChg>
        <pc:picChg chg="mod">
          <ac:chgData name="DAVIDE BRAMBILLA" userId="75fc52fa-2407-4d50-87e0-194fa3595366" providerId="ADAL" clId="{13B99187-7FB3-4381-A512-42AA89739898}" dt="2026-04-25T13:22:29.001" v="12993"/>
          <ac:picMkLst>
            <pc:docMk/>
            <pc:sldMk cId="2466621269" sldId="350"/>
            <ac:picMk id="35" creationId="{57880750-4AF8-9F3D-0BD3-BB5B3A2693C3}"/>
          </ac:picMkLst>
        </pc:picChg>
        <pc:picChg chg="mod">
          <ac:chgData name="DAVIDE BRAMBILLA" userId="75fc52fa-2407-4d50-87e0-194fa3595366" providerId="ADAL" clId="{13B99187-7FB3-4381-A512-42AA89739898}" dt="2026-04-25T13:22:29.001" v="12993"/>
          <ac:picMkLst>
            <pc:docMk/>
            <pc:sldMk cId="2466621269" sldId="350"/>
            <ac:picMk id="37" creationId="{901063D5-AA27-E186-C8E1-17828AA92FD0}"/>
          </ac:picMkLst>
        </pc:picChg>
        <pc:picChg chg="mod">
          <ac:chgData name="DAVIDE BRAMBILLA" userId="75fc52fa-2407-4d50-87e0-194fa3595366" providerId="ADAL" clId="{13B99187-7FB3-4381-A512-42AA89739898}" dt="2026-04-25T13:22:29.001" v="12993"/>
          <ac:picMkLst>
            <pc:docMk/>
            <pc:sldMk cId="2466621269" sldId="350"/>
            <ac:picMk id="39" creationId="{23CE6B01-501C-D7BB-C964-5C3F8514FDBC}"/>
          </ac:picMkLst>
        </pc:picChg>
        <pc:picChg chg="mod">
          <ac:chgData name="DAVIDE BRAMBILLA" userId="75fc52fa-2407-4d50-87e0-194fa3595366" providerId="ADAL" clId="{13B99187-7FB3-4381-A512-42AA89739898}" dt="2026-04-25T13:22:29.001" v="12993"/>
          <ac:picMkLst>
            <pc:docMk/>
            <pc:sldMk cId="2466621269" sldId="350"/>
            <ac:picMk id="41" creationId="{77E3FB89-3862-3F26-ED3F-F34E3E66B354}"/>
          </ac:picMkLst>
        </pc:picChg>
        <pc:picChg chg="mod">
          <ac:chgData name="DAVIDE BRAMBILLA" userId="75fc52fa-2407-4d50-87e0-194fa3595366" providerId="ADAL" clId="{13B99187-7FB3-4381-A512-42AA89739898}" dt="2026-04-25T13:22:29.001" v="12993"/>
          <ac:picMkLst>
            <pc:docMk/>
            <pc:sldMk cId="2466621269" sldId="350"/>
            <ac:picMk id="42" creationId="{E0203005-F601-285A-CD76-8E3A3EC4D25A}"/>
          </ac:picMkLst>
        </pc:picChg>
        <pc:picChg chg="mod">
          <ac:chgData name="DAVIDE BRAMBILLA" userId="75fc52fa-2407-4d50-87e0-194fa3595366" providerId="ADAL" clId="{13B99187-7FB3-4381-A512-42AA89739898}" dt="2026-04-25T13:22:29.001" v="12993"/>
          <ac:picMkLst>
            <pc:docMk/>
            <pc:sldMk cId="2466621269" sldId="350"/>
            <ac:picMk id="43" creationId="{F97A6E8D-099D-4F99-A6B1-84349C696FB7}"/>
          </ac:picMkLst>
        </pc:picChg>
        <pc:picChg chg="mod">
          <ac:chgData name="DAVIDE BRAMBILLA" userId="75fc52fa-2407-4d50-87e0-194fa3595366" providerId="ADAL" clId="{13B99187-7FB3-4381-A512-42AA89739898}" dt="2026-04-25T13:22:29.001" v="12993"/>
          <ac:picMkLst>
            <pc:docMk/>
            <pc:sldMk cId="2466621269" sldId="350"/>
            <ac:picMk id="45" creationId="{3467AE05-FF6F-E89F-537A-68D8F97C87CB}"/>
          </ac:picMkLst>
        </pc:picChg>
        <pc:picChg chg="mod">
          <ac:chgData name="DAVIDE BRAMBILLA" userId="75fc52fa-2407-4d50-87e0-194fa3595366" providerId="ADAL" clId="{13B99187-7FB3-4381-A512-42AA89739898}" dt="2026-04-25T13:22:29.001" v="12993"/>
          <ac:picMkLst>
            <pc:docMk/>
            <pc:sldMk cId="2466621269" sldId="350"/>
            <ac:picMk id="46" creationId="{3A70F8E9-725C-320F-5B54-6D98F484DE77}"/>
          </ac:picMkLst>
        </pc:picChg>
      </pc:sldChg>
      <pc:sldChg chg="addSp delSp modSp add mod modNotesTx">
        <pc:chgData name="DAVIDE BRAMBILLA" userId="75fc52fa-2407-4d50-87e0-194fa3595366" providerId="ADAL" clId="{13B99187-7FB3-4381-A512-42AA89739898}" dt="2026-04-26T09:37:40.720" v="17113" actId="20577"/>
        <pc:sldMkLst>
          <pc:docMk/>
          <pc:sldMk cId="1952883013" sldId="351"/>
        </pc:sldMkLst>
        <pc:spChg chg="mod">
          <ac:chgData name="DAVIDE BRAMBILLA" userId="75fc52fa-2407-4d50-87e0-194fa3595366" providerId="ADAL" clId="{13B99187-7FB3-4381-A512-42AA89739898}" dt="2026-04-25T13:41:43.262" v="13992" actId="20577"/>
          <ac:spMkLst>
            <pc:docMk/>
            <pc:sldMk cId="1952883013" sldId="351"/>
            <ac:spMk id="2" creationId="{869D8099-6064-6FC9-FDB9-D48B2FC5BC90}"/>
          </ac:spMkLst>
        </pc:spChg>
        <pc:spChg chg="add mod">
          <ac:chgData name="DAVIDE BRAMBILLA" userId="75fc52fa-2407-4d50-87e0-194fa3595366" providerId="ADAL" clId="{13B99187-7FB3-4381-A512-42AA89739898}" dt="2026-04-25T14:12:21.801" v="14799" actId="15"/>
          <ac:spMkLst>
            <pc:docMk/>
            <pc:sldMk cId="1952883013" sldId="351"/>
            <ac:spMk id="3" creationId="{927755C7-7C26-0A0C-A418-6E14F975EE19}"/>
          </ac:spMkLst>
        </pc:spChg>
        <pc:picChg chg="add mod">
          <ac:chgData name="DAVIDE BRAMBILLA" userId="75fc52fa-2407-4d50-87e0-194fa3595366" providerId="ADAL" clId="{13B99187-7FB3-4381-A512-42AA89739898}" dt="2026-04-25T14:11:56.884" v="14779" actId="14100"/>
          <ac:picMkLst>
            <pc:docMk/>
            <pc:sldMk cId="1952883013" sldId="351"/>
            <ac:picMk id="4" creationId="{9425C4D9-37E4-B4D4-225B-E7CD03A228F1}"/>
          </ac:picMkLst>
        </pc:picChg>
      </pc:sldChg>
      <pc:sldChg chg="addSp delSp modSp add mod ord modNotesTx">
        <pc:chgData name="DAVIDE BRAMBILLA" userId="75fc52fa-2407-4d50-87e0-194fa3595366" providerId="ADAL" clId="{13B99187-7FB3-4381-A512-42AA89739898}" dt="2026-04-26T08:10:51.330" v="15454" actId="20577"/>
        <pc:sldMkLst>
          <pc:docMk/>
          <pc:sldMk cId="2327966235" sldId="352"/>
        </pc:sldMkLst>
        <pc:spChg chg="mod topLvl">
          <ac:chgData name="DAVIDE BRAMBILLA" userId="75fc52fa-2407-4d50-87e0-194fa3595366" providerId="ADAL" clId="{13B99187-7FB3-4381-A512-42AA89739898}" dt="2026-04-26T08:10:07.009" v="15401" actId="164"/>
          <ac:spMkLst>
            <pc:docMk/>
            <pc:sldMk cId="2327966235" sldId="352"/>
            <ac:spMk id="5" creationId="{DEFADBCB-DAB6-8F19-EA39-115BC6E8DAE2}"/>
          </ac:spMkLst>
        </pc:spChg>
        <pc:spChg chg="add mod topLvl">
          <ac:chgData name="DAVIDE BRAMBILLA" userId="75fc52fa-2407-4d50-87e0-194fa3595366" providerId="ADAL" clId="{13B99187-7FB3-4381-A512-42AA89739898}" dt="2026-04-26T08:10:01.674" v="15400" actId="164"/>
          <ac:spMkLst>
            <pc:docMk/>
            <pc:sldMk cId="2327966235" sldId="352"/>
            <ac:spMk id="9" creationId="{4B424DEB-F0C6-C2AE-F5AC-18F845BF7A48}"/>
          </ac:spMkLst>
        </pc:spChg>
        <pc:spChg chg="add mod topLvl">
          <ac:chgData name="DAVIDE BRAMBILLA" userId="75fc52fa-2407-4d50-87e0-194fa3595366" providerId="ADAL" clId="{13B99187-7FB3-4381-A512-42AA89739898}" dt="2026-04-26T08:10:01.674" v="15400" actId="164"/>
          <ac:spMkLst>
            <pc:docMk/>
            <pc:sldMk cId="2327966235" sldId="352"/>
            <ac:spMk id="10" creationId="{0D3E0B28-5CA6-FFC7-B063-0EDABF1ACFD2}"/>
          </ac:spMkLst>
        </pc:spChg>
        <pc:spChg chg="add mod topLvl">
          <ac:chgData name="DAVIDE BRAMBILLA" userId="75fc52fa-2407-4d50-87e0-194fa3595366" providerId="ADAL" clId="{13B99187-7FB3-4381-A512-42AA89739898}" dt="2026-04-26T08:10:01.674" v="15400" actId="164"/>
          <ac:spMkLst>
            <pc:docMk/>
            <pc:sldMk cId="2327966235" sldId="352"/>
            <ac:spMk id="11" creationId="{6E3D08AA-230C-743E-E8DB-F486297D4AB9}"/>
          </ac:spMkLst>
        </pc:spChg>
        <pc:spChg chg="mod topLvl">
          <ac:chgData name="DAVIDE BRAMBILLA" userId="75fc52fa-2407-4d50-87e0-194fa3595366" providerId="ADAL" clId="{13B99187-7FB3-4381-A512-42AA89739898}" dt="2026-04-26T08:10:07.009" v="15401" actId="164"/>
          <ac:spMkLst>
            <pc:docMk/>
            <pc:sldMk cId="2327966235" sldId="352"/>
            <ac:spMk id="15" creationId="{D7C08BB0-7BD9-B8B5-540B-3C537179F004}"/>
          </ac:spMkLst>
        </pc:spChg>
        <pc:spChg chg="mod topLvl">
          <ac:chgData name="DAVIDE BRAMBILLA" userId="75fc52fa-2407-4d50-87e0-194fa3595366" providerId="ADAL" clId="{13B99187-7FB3-4381-A512-42AA89739898}" dt="2026-04-26T08:10:07.009" v="15401" actId="164"/>
          <ac:spMkLst>
            <pc:docMk/>
            <pc:sldMk cId="2327966235" sldId="352"/>
            <ac:spMk id="17" creationId="{EA312099-5F55-2B6B-323F-EE6857A7D280}"/>
          </ac:spMkLst>
        </pc:spChg>
        <pc:spChg chg="mod">
          <ac:chgData name="DAVIDE BRAMBILLA" userId="75fc52fa-2407-4d50-87e0-194fa3595366" providerId="ADAL" clId="{13B99187-7FB3-4381-A512-42AA89739898}" dt="2026-04-25T14:01:09.466" v="14441" actId="14100"/>
          <ac:spMkLst>
            <pc:docMk/>
            <pc:sldMk cId="2327966235" sldId="352"/>
            <ac:spMk id="49" creationId="{6A36C915-5EDC-6021-2CFB-2A591F9191EB}"/>
          </ac:spMkLst>
        </pc:spChg>
        <pc:grpChg chg="add mod">
          <ac:chgData name="DAVIDE BRAMBILLA" userId="75fc52fa-2407-4d50-87e0-194fa3595366" providerId="ADAL" clId="{13B99187-7FB3-4381-A512-42AA89739898}" dt="2026-04-26T08:10:14.951" v="15403" actId="164"/>
          <ac:grpSpMkLst>
            <pc:docMk/>
            <pc:sldMk cId="2327966235" sldId="352"/>
            <ac:grpSpMk id="3" creationId="{D7F80270-BF9A-BE9A-C330-B946E5A1D347}"/>
          </ac:grpSpMkLst>
        </pc:grpChg>
        <pc:grpChg chg="add mod">
          <ac:chgData name="DAVIDE BRAMBILLA" userId="75fc52fa-2407-4d50-87e0-194fa3595366" providerId="ADAL" clId="{13B99187-7FB3-4381-A512-42AA89739898}" dt="2026-04-26T08:10:14.951" v="15403" actId="164"/>
          <ac:grpSpMkLst>
            <pc:docMk/>
            <pc:sldMk cId="2327966235" sldId="352"/>
            <ac:grpSpMk id="7" creationId="{A002A21D-4E8B-02BD-BC03-C826935A6EF8}"/>
          </ac:grpSpMkLst>
        </pc:grpChg>
        <pc:grpChg chg="add mod">
          <ac:chgData name="DAVIDE BRAMBILLA" userId="75fc52fa-2407-4d50-87e0-194fa3595366" providerId="ADAL" clId="{13B99187-7FB3-4381-A512-42AA89739898}" dt="2026-04-26T08:10:24.710" v="15406" actId="12789"/>
          <ac:grpSpMkLst>
            <pc:docMk/>
            <pc:sldMk cId="2327966235" sldId="352"/>
            <ac:grpSpMk id="13" creationId="{783A6AF7-D7A6-85F3-88EE-20C530B56C4C}"/>
          </ac:grpSpMkLst>
        </pc:grpChg>
        <pc:grpChg chg="add del mod">
          <ac:chgData name="DAVIDE BRAMBILLA" userId="75fc52fa-2407-4d50-87e0-194fa3595366" providerId="ADAL" clId="{13B99187-7FB3-4381-A512-42AA89739898}" dt="2026-04-26T08:09:48.803" v="15383" actId="165"/>
          <ac:grpSpMkLst>
            <pc:docMk/>
            <pc:sldMk cId="2327966235" sldId="352"/>
            <ac:grpSpMk id="24" creationId="{905BE96C-5518-7EF2-7059-AC3B993E46B3}"/>
          </ac:grpSpMkLst>
        </pc:grpChg>
        <pc:grpChg chg="add del mod">
          <ac:chgData name="DAVIDE BRAMBILLA" userId="75fc52fa-2407-4d50-87e0-194fa3595366" providerId="ADAL" clId="{13B99187-7FB3-4381-A512-42AA89739898}" dt="2026-04-26T08:10:24.710" v="15406" actId="12789"/>
          <ac:grpSpMkLst>
            <pc:docMk/>
            <pc:sldMk cId="2327966235" sldId="352"/>
            <ac:grpSpMk id="25" creationId="{C621B3C4-65DA-3668-F447-0F093572E415}"/>
          </ac:grpSpMkLst>
        </pc:grpChg>
        <pc:picChg chg="add del mod topLvl">
          <ac:chgData name="DAVIDE BRAMBILLA" userId="75fc52fa-2407-4d50-87e0-194fa3595366" providerId="ADAL" clId="{13B99187-7FB3-4381-A512-42AA89739898}" dt="2026-04-25T14:21:03.420" v="14959" actId="165"/>
          <ac:picMkLst>
            <pc:docMk/>
            <pc:sldMk cId="2327966235" sldId="352"/>
            <ac:picMk id="4" creationId="{D9C35EE0-9A8A-202A-37D2-39A37ED5856A}"/>
          </ac:picMkLst>
        </pc:picChg>
        <pc:picChg chg="mod topLvl">
          <ac:chgData name="DAVIDE BRAMBILLA" userId="75fc52fa-2407-4d50-87e0-194fa3595366" providerId="ADAL" clId="{13B99187-7FB3-4381-A512-42AA89739898}" dt="2026-04-25T14:21:03.420" v="14959" actId="165"/>
          <ac:picMkLst>
            <pc:docMk/>
            <pc:sldMk cId="2327966235" sldId="352"/>
            <ac:picMk id="6" creationId="{1444A51E-9E2D-8DDA-7B98-3FFA7CE5D6D4}"/>
          </ac:picMkLst>
        </pc:picChg>
        <pc:picChg chg="mod topLvl">
          <ac:chgData name="DAVIDE BRAMBILLA" userId="75fc52fa-2407-4d50-87e0-194fa3595366" providerId="ADAL" clId="{13B99187-7FB3-4381-A512-42AA89739898}" dt="2026-04-25T14:21:03.420" v="14959" actId="165"/>
          <ac:picMkLst>
            <pc:docMk/>
            <pc:sldMk cId="2327966235" sldId="352"/>
            <ac:picMk id="8" creationId="{49D248EC-5A74-E4E4-0F07-BE16258552F4}"/>
          </ac:picMkLst>
        </pc:picChg>
        <pc:picChg chg="add mod topLvl modCrop">
          <ac:chgData name="DAVIDE BRAMBILLA" userId="75fc52fa-2407-4d50-87e0-194fa3595366" providerId="ADAL" clId="{13B99187-7FB3-4381-A512-42AA89739898}" dt="2026-04-25T14:21:03.420" v="14959" actId="165"/>
          <ac:picMkLst>
            <pc:docMk/>
            <pc:sldMk cId="2327966235" sldId="352"/>
            <ac:picMk id="22" creationId="{13013F5A-A5F4-0EDD-7732-06D020A448BC}"/>
          </ac:picMkLst>
        </pc:picChg>
      </pc:sldChg>
      <pc:sldChg chg="modSp add mod ord">
        <pc:chgData name="DAVIDE BRAMBILLA" userId="75fc52fa-2407-4d50-87e0-194fa3595366" providerId="ADAL" clId="{13B99187-7FB3-4381-A512-42AA89739898}" dt="2026-04-25T14:06:53.987" v="14700" actId="20577"/>
        <pc:sldMkLst>
          <pc:docMk/>
          <pc:sldMk cId="2168623170" sldId="353"/>
        </pc:sldMkLst>
        <pc:spChg chg="mod">
          <ac:chgData name="DAVIDE BRAMBILLA" userId="75fc52fa-2407-4d50-87e0-194fa3595366" providerId="ADAL" clId="{13B99187-7FB3-4381-A512-42AA89739898}" dt="2026-04-25T14:06:53.987" v="14700" actId="20577"/>
          <ac:spMkLst>
            <pc:docMk/>
            <pc:sldMk cId="2168623170" sldId="353"/>
            <ac:spMk id="2" creationId="{7ECDFA21-5BF4-D348-9026-7F0BD502D566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image" Target="../media/image28.svg"/><Relationship Id="rId4" Type="http://schemas.openxmlformats.org/officeDocument/2006/relationships/image" Target="../media/image3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svg"/><Relationship Id="rId1" Type="http://schemas.openxmlformats.org/officeDocument/2006/relationships/image" Target="../media/image28.svg"/><Relationship Id="rId4" Type="http://schemas.openxmlformats.org/officeDocument/2006/relationships/image" Target="../media/image6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97.svg"/><Relationship Id="rId1" Type="http://schemas.openxmlformats.org/officeDocument/2006/relationships/image" Target="../media/image1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svg"/><Relationship Id="rId2" Type="http://schemas.openxmlformats.org/officeDocument/2006/relationships/image" Target="../media/image115.svg"/><Relationship Id="rId1" Type="http://schemas.openxmlformats.org/officeDocument/2006/relationships/image" Target="../media/image114.svg"/><Relationship Id="rId4" Type="http://schemas.openxmlformats.org/officeDocument/2006/relationships/image" Target="../media/image1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image" Target="../media/image28.svg"/><Relationship Id="rId4" Type="http://schemas.openxmlformats.org/officeDocument/2006/relationships/image" Target="../media/image3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svg"/><Relationship Id="rId1" Type="http://schemas.openxmlformats.org/officeDocument/2006/relationships/image" Target="../media/image28.svg"/><Relationship Id="rId4" Type="http://schemas.openxmlformats.org/officeDocument/2006/relationships/image" Target="../media/image6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97.svg"/><Relationship Id="rId1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svg"/><Relationship Id="rId2" Type="http://schemas.openxmlformats.org/officeDocument/2006/relationships/image" Target="../media/image115.svg"/><Relationship Id="rId1" Type="http://schemas.openxmlformats.org/officeDocument/2006/relationships/image" Target="../media/image114.svg"/><Relationship Id="rId4" Type="http://schemas.openxmlformats.org/officeDocument/2006/relationships/image" Target="../media/image1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48AE3B-6182-483E-ACF1-FF46EF23D5C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357283B-C6FF-4146-9F50-4701B4397EE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Organizzare un viaggio non è così semplice</a:t>
          </a:r>
          <a:endParaRPr lang="en-US" dirty="0"/>
        </a:p>
      </dgm:t>
    </dgm:pt>
    <dgm:pt modelId="{87868356-49B9-461D-A085-60AA46DC4A1A}" type="parTrans" cxnId="{4D76A3CF-3748-460D-B09B-192B41FFCDCE}">
      <dgm:prSet/>
      <dgm:spPr/>
      <dgm:t>
        <a:bodyPr/>
        <a:lstStyle/>
        <a:p>
          <a:endParaRPr lang="en-US"/>
        </a:p>
      </dgm:t>
    </dgm:pt>
    <dgm:pt modelId="{DA7E229F-6757-4493-B26F-DA50E6032267}" type="sibTrans" cxnId="{4D76A3CF-3748-460D-B09B-192B41FFCDCE}">
      <dgm:prSet/>
      <dgm:spPr/>
      <dgm:t>
        <a:bodyPr/>
        <a:lstStyle/>
        <a:p>
          <a:endParaRPr lang="en-US"/>
        </a:p>
      </dgm:t>
    </dgm:pt>
    <dgm:pt modelId="{B05004A9-3248-42D3-AB2C-7FE100BD56C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Troppe informazioni da gestire</a:t>
          </a:r>
          <a:endParaRPr lang="en-US"/>
        </a:p>
      </dgm:t>
    </dgm:pt>
    <dgm:pt modelId="{2FA7131E-C593-424C-9A7E-29CE586315AC}" type="parTrans" cxnId="{51B1C4DC-2CFB-4282-BE36-1260BD6FFF59}">
      <dgm:prSet/>
      <dgm:spPr/>
      <dgm:t>
        <a:bodyPr/>
        <a:lstStyle/>
        <a:p>
          <a:endParaRPr lang="en-US"/>
        </a:p>
      </dgm:t>
    </dgm:pt>
    <dgm:pt modelId="{7E161416-0683-4374-909D-44B85447B95E}" type="sibTrans" cxnId="{51B1C4DC-2CFB-4282-BE36-1260BD6FFF59}">
      <dgm:prSet/>
      <dgm:spPr/>
      <dgm:t>
        <a:bodyPr/>
        <a:lstStyle/>
        <a:p>
          <a:endParaRPr lang="en-US"/>
        </a:p>
      </dgm:t>
    </dgm:pt>
    <dgm:pt modelId="{26C89FD0-0B0A-485F-82CC-A7B9B9EF39B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Pianificazione manuale lenta e inefficiente </a:t>
          </a:r>
          <a:endParaRPr lang="en-US" dirty="0"/>
        </a:p>
      </dgm:t>
    </dgm:pt>
    <dgm:pt modelId="{C9F29F0B-50B1-4568-9C45-CA2AC7C11D61}" type="parTrans" cxnId="{5B131C04-7B7D-4239-A3B7-81F66CF13C60}">
      <dgm:prSet/>
      <dgm:spPr/>
      <dgm:t>
        <a:bodyPr/>
        <a:lstStyle/>
        <a:p>
          <a:endParaRPr lang="en-US"/>
        </a:p>
      </dgm:t>
    </dgm:pt>
    <dgm:pt modelId="{A46A7AA9-B681-4F91-9BA6-FAD1FD9FF1A5}" type="sibTrans" cxnId="{5B131C04-7B7D-4239-A3B7-81F66CF13C60}">
      <dgm:prSet/>
      <dgm:spPr/>
      <dgm:t>
        <a:bodyPr/>
        <a:lstStyle/>
        <a:p>
          <a:endParaRPr lang="en-US"/>
        </a:p>
      </dgm:t>
    </dgm:pt>
    <dgm:pt modelId="{1B0CA467-9EDD-4851-B876-397819030B94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Percorsi spesso poco ottimizzati </a:t>
          </a:r>
          <a:endParaRPr lang="en-US"/>
        </a:p>
      </dgm:t>
    </dgm:pt>
    <dgm:pt modelId="{754DD917-F787-4E35-BFC1-A14654465333}" type="parTrans" cxnId="{6994E3A2-2547-4F45-878C-EA7B07F018E4}">
      <dgm:prSet/>
      <dgm:spPr/>
      <dgm:t>
        <a:bodyPr/>
        <a:lstStyle/>
        <a:p>
          <a:endParaRPr lang="en-US"/>
        </a:p>
      </dgm:t>
    </dgm:pt>
    <dgm:pt modelId="{089717C7-7FE2-4347-9AE3-348B81BC5347}" type="sibTrans" cxnId="{6994E3A2-2547-4F45-878C-EA7B07F018E4}">
      <dgm:prSet/>
      <dgm:spPr/>
      <dgm:t>
        <a:bodyPr/>
        <a:lstStyle/>
        <a:p>
          <a:endParaRPr lang="en-US"/>
        </a:p>
      </dgm:t>
    </dgm:pt>
    <dgm:pt modelId="{117037E8-FA72-4D35-8EC9-187764B1729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Rischio di perdere tempo invece di godersi l’esperienza</a:t>
          </a:r>
          <a:endParaRPr lang="en-US"/>
        </a:p>
      </dgm:t>
    </dgm:pt>
    <dgm:pt modelId="{3561F401-37A1-4718-9651-2F621E947848}" type="parTrans" cxnId="{58A0B92C-CF36-4AAE-9868-6E16D71FF687}">
      <dgm:prSet/>
      <dgm:spPr/>
      <dgm:t>
        <a:bodyPr/>
        <a:lstStyle/>
        <a:p>
          <a:endParaRPr lang="en-US"/>
        </a:p>
      </dgm:t>
    </dgm:pt>
    <dgm:pt modelId="{5FFD6333-C51B-4BFD-9DC8-A166A2DD182D}" type="sibTrans" cxnId="{58A0B92C-CF36-4AAE-9868-6E16D71FF687}">
      <dgm:prSet/>
      <dgm:spPr/>
      <dgm:t>
        <a:bodyPr/>
        <a:lstStyle/>
        <a:p>
          <a:endParaRPr lang="en-US"/>
        </a:p>
      </dgm:t>
    </dgm:pt>
    <dgm:pt modelId="{20D76C29-D7EE-4A9B-8C5C-58E13C74913A}" type="pres">
      <dgm:prSet presAssocID="{2748AE3B-6182-483E-ACF1-FF46EF23D5C0}" presName="root" presStyleCnt="0">
        <dgm:presLayoutVars>
          <dgm:dir/>
          <dgm:resizeHandles val="exact"/>
        </dgm:presLayoutVars>
      </dgm:prSet>
      <dgm:spPr/>
    </dgm:pt>
    <dgm:pt modelId="{625BD20C-B6B8-459E-B34F-22C4E317FF04}" type="pres">
      <dgm:prSet presAssocID="{4357283B-C6FF-4146-9F50-4701B4397EE3}" presName="compNode" presStyleCnt="0"/>
      <dgm:spPr/>
    </dgm:pt>
    <dgm:pt modelId="{B46AD816-ACDA-4169-A290-C9A2609E540F}" type="pres">
      <dgm:prSet presAssocID="{4357283B-C6FF-4146-9F50-4701B4397EE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eroplano"/>
        </a:ext>
      </dgm:extLst>
    </dgm:pt>
    <dgm:pt modelId="{6F7A78A1-9D3C-4B14-8866-C6366F176FC5}" type="pres">
      <dgm:prSet presAssocID="{4357283B-C6FF-4146-9F50-4701B4397EE3}" presName="spaceRect" presStyleCnt="0"/>
      <dgm:spPr/>
    </dgm:pt>
    <dgm:pt modelId="{CF4B9BB4-C2ED-4D60-AC68-E47FDFC782D8}" type="pres">
      <dgm:prSet presAssocID="{4357283B-C6FF-4146-9F50-4701B4397EE3}" presName="textRect" presStyleLbl="revTx" presStyleIdx="0" presStyleCnt="5">
        <dgm:presLayoutVars>
          <dgm:chMax val="1"/>
          <dgm:chPref val="1"/>
        </dgm:presLayoutVars>
      </dgm:prSet>
      <dgm:spPr/>
    </dgm:pt>
    <dgm:pt modelId="{B147BDD3-0E51-4B33-98DD-60D9082C25F4}" type="pres">
      <dgm:prSet presAssocID="{DA7E229F-6757-4493-B26F-DA50E6032267}" presName="sibTrans" presStyleCnt="0"/>
      <dgm:spPr/>
    </dgm:pt>
    <dgm:pt modelId="{48508C38-DE8D-4CA7-8201-B04D33C7D26B}" type="pres">
      <dgm:prSet presAssocID="{B05004A9-3248-42D3-AB2C-7FE100BD56C5}" presName="compNode" presStyleCnt="0"/>
      <dgm:spPr/>
    </dgm:pt>
    <dgm:pt modelId="{2428DD29-BB34-444E-BD62-35BF552F7782}" type="pres">
      <dgm:prSet presAssocID="{B05004A9-3248-42D3-AB2C-7FE100BD56C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0DED385D-638B-4109-824C-4FACB115EA25}" type="pres">
      <dgm:prSet presAssocID="{B05004A9-3248-42D3-AB2C-7FE100BD56C5}" presName="spaceRect" presStyleCnt="0"/>
      <dgm:spPr/>
    </dgm:pt>
    <dgm:pt modelId="{B9B076A6-DD5B-4097-B84C-9423A4F70AA1}" type="pres">
      <dgm:prSet presAssocID="{B05004A9-3248-42D3-AB2C-7FE100BD56C5}" presName="textRect" presStyleLbl="revTx" presStyleIdx="1" presStyleCnt="5">
        <dgm:presLayoutVars>
          <dgm:chMax val="1"/>
          <dgm:chPref val="1"/>
        </dgm:presLayoutVars>
      </dgm:prSet>
      <dgm:spPr/>
    </dgm:pt>
    <dgm:pt modelId="{00C4EAD0-0523-4318-A881-427ABC4B947B}" type="pres">
      <dgm:prSet presAssocID="{7E161416-0683-4374-909D-44B85447B95E}" presName="sibTrans" presStyleCnt="0"/>
      <dgm:spPr/>
    </dgm:pt>
    <dgm:pt modelId="{C91095F2-8740-4367-8015-A9F0E2089C79}" type="pres">
      <dgm:prSet presAssocID="{26C89FD0-0B0A-485F-82CC-A7B9B9EF39B6}" presName="compNode" presStyleCnt="0"/>
      <dgm:spPr/>
    </dgm:pt>
    <dgm:pt modelId="{7180300B-1150-46A8-B515-A47768E239B3}" type="pres">
      <dgm:prSet presAssocID="{26C89FD0-0B0A-485F-82CC-A7B9B9EF39B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ometro"/>
        </a:ext>
      </dgm:extLst>
    </dgm:pt>
    <dgm:pt modelId="{922155D5-D5E0-4FFF-932B-8E904DE30946}" type="pres">
      <dgm:prSet presAssocID="{26C89FD0-0B0A-485F-82CC-A7B9B9EF39B6}" presName="spaceRect" presStyleCnt="0"/>
      <dgm:spPr/>
    </dgm:pt>
    <dgm:pt modelId="{FF6312C0-CB3F-4C6F-9170-0CC2810BD0F5}" type="pres">
      <dgm:prSet presAssocID="{26C89FD0-0B0A-485F-82CC-A7B9B9EF39B6}" presName="textRect" presStyleLbl="revTx" presStyleIdx="2" presStyleCnt="5">
        <dgm:presLayoutVars>
          <dgm:chMax val="1"/>
          <dgm:chPref val="1"/>
        </dgm:presLayoutVars>
      </dgm:prSet>
      <dgm:spPr/>
    </dgm:pt>
    <dgm:pt modelId="{14DBF1EE-4AA2-4623-93C2-6DB1B8986D36}" type="pres">
      <dgm:prSet presAssocID="{A46A7AA9-B681-4F91-9BA6-FAD1FD9FF1A5}" presName="sibTrans" presStyleCnt="0"/>
      <dgm:spPr/>
    </dgm:pt>
    <dgm:pt modelId="{0A4891BF-6BA1-4773-A531-A170FA1A61CC}" type="pres">
      <dgm:prSet presAssocID="{1B0CA467-9EDD-4851-B876-397819030B94}" presName="compNode" presStyleCnt="0"/>
      <dgm:spPr/>
    </dgm:pt>
    <dgm:pt modelId="{73BECE9D-2C51-4BB6-B0B7-E3612D3DA794}" type="pres">
      <dgm:prSet presAssocID="{1B0CA467-9EDD-4851-B876-397819030B9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ion"/>
        </a:ext>
      </dgm:extLst>
    </dgm:pt>
    <dgm:pt modelId="{D5ACA83F-65EB-43B3-A51D-3B065BF8FA40}" type="pres">
      <dgm:prSet presAssocID="{1B0CA467-9EDD-4851-B876-397819030B94}" presName="spaceRect" presStyleCnt="0"/>
      <dgm:spPr/>
    </dgm:pt>
    <dgm:pt modelId="{F7365AEB-9141-43E7-A398-D5F55FD634F6}" type="pres">
      <dgm:prSet presAssocID="{1B0CA467-9EDD-4851-B876-397819030B94}" presName="textRect" presStyleLbl="revTx" presStyleIdx="3" presStyleCnt="5">
        <dgm:presLayoutVars>
          <dgm:chMax val="1"/>
          <dgm:chPref val="1"/>
        </dgm:presLayoutVars>
      </dgm:prSet>
      <dgm:spPr/>
    </dgm:pt>
    <dgm:pt modelId="{4A3FD674-DEDB-499C-B8D3-9F2C7D561F44}" type="pres">
      <dgm:prSet presAssocID="{089717C7-7FE2-4347-9AE3-348B81BC5347}" presName="sibTrans" presStyleCnt="0"/>
      <dgm:spPr/>
    </dgm:pt>
    <dgm:pt modelId="{8BC6C7D7-741D-4BA0-BC91-01E8A07CB66C}" type="pres">
      <dgm:prSet presAssocID="{117037E8-FA72-4D35-8EC9-187764B1729E}" presName="compNode" presStyleCnt="0"/>
      <dgm:spPr/>
    </dgm:pt>
    <dgm:pt modelId="{D22A71F3-3AA0-4679-9775-E05DF7852801}" type="pres">
      <dgm:prSet presAssocID="{117037E8-FA72-4D35-8EC9-187764B1729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0C4D65F0-B6E3-4EA5-AA65-F739B955E520}" type="pres">
      <dgm:prSet presAssocID="{117037E8-FA72-4D35-8EC9-187764B1729E}" presName="spaceRect" presStyleCnt="0"/>
      <dgm:spPr/>
    </dgm:pt>
    <dgm:pt modelId="{4165F21E-A284-4C7A-9DCD-3FA7C56AD0C0}" type="pres">
      <dgm:prSet presAssocID="{117037E8-FA72-4D35-8EC9-187764B1729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B131C04-7B7D-4239-A3B7-81F66CF13C60}" srcId="{2748AE3B-6182-483E-ACF1-FF46EF23D5C0}" destId="{26C89FD0-0B0A-485F-82CC-A7B9B9EF39B6}" srcOrd="2" destOrd="0" parTransId="{C9F29F0B-50B1-4568-9C45-CA2AC7C11D61}" sibTransId="{A46A7AA9-B681-4F91-9BA6-FAD1FD9FF1A5}"/>
    <dgm:cxn modelId="{D385D609-7532-46BD-9192-D7CC7077EA33}" type="presOf" srcId="{26C89FD0-0B0A-485F-82CC-A7B9B9EF39B6}" destId="{FF6312C0-CB3F-4C6F-9170-0CC2810BD0F5}" srcOrd="0" destOrd="0" presId="urn:microsoft.com/office/officeart/2018/2/layout/IconLabelList"/>
    <dgm:cxn modelId="{44085C13-8DE6-4A1B-A4D1-9EF6A25566CB}" type="presOf" srcId="{2748AE3B-6182-483E-ACF1-FF46EF23D5C0}" destId="{20D76C29-D7EE-4A9B-8C5C-58E13C74913A}" srcOrd="0" destOrd="0" presId="urn:microsoft.com/office/officeart/2018/2/layout/IconLabelList"/>
    <dgm:cxn modelId="{58A0B92C-CF36-4AAE-9868-6E16D71FF687}" srcId="{2748AE3B-6182-483E-ACF1-FF46EF23D5C0}" destId="{117037E8-FA72-4D35-8EC9-187764B1729E}" srcOrd="4" destOrd="0" parTransId="{3561F401-37A1-4718-9651-2F621E947848}" sibTransId="{5FFD6333-C51B-4BFD-9DC8-A166A2DD182D}"/>
    <dgm:cxn modelId="{2083F939-6E98-4225-B0DD-98A091BAF85C}" type="presOf" srcId="{1B0CA467-9EDD-4851-B876-397819030B94}" destId="{F7365AEB-9141-43E7-A398-D5F55FD634F6}" srcOrd="0" destOrd="0" presId="urn:microsoft.com/office/officeart/2018/2/layout/IconLabelList"/>
    <dgm:cxn modelId="{43486655-CA66-4F5C-A83E-C5C66AC96484}" type="presOf" srcId="{B05004A9-3248-42D3-AB2C-7FE100BD56C5}" destId="{B9B076A6-DD5B-4097-B84C-9423A4F70AA1}" srcOrd="0" destOrd="0" presId="urn:microsoft.com/office/officeart/2018/2/layout/IconLabelList"/>
    <dgm:cxn modelId="{6994E3A2-2547-4F45-878C-EA7B07F018E4}" srcId="{2748AE3B-6182-483E-ACF1-FF46EF23D5C0}" destId="{1B0CA467-9EDD-4851-B876-397819030B94}" srcOrd="3" destOrd="0" parTransId="{754DD917-F787-4E35-BFC1-A14654465333}" sibTransId="{089717C7-7FE2-4347-9AE3-348B81BC5347}"/>
    <dgm:cxn modelId="{76C01FA5-12BF-412C-85C1-3EFD013AC7BA}" type="presOf" srcId="{117037E8-FA72-4D35-8EC9-187764B1729E}" destId="{4165F21E-A284-4C7A-9DCD-3FA7C56AD0C0}" srcOrd="0" destOrd="0" presId="urn:microsoft.com/office/officeart/2018/2/layout/IconLabelList"/>
    <dgm:cxn modelId="{C47E12BC-BF72-480F-9953-9DED48E9F0DC}" type="presOf" srcId="{4357283B-C6FF-4146-9F50-4701B4397EE3}" destId="{CF4B9BB4-C2ED-4D60-AC68-E47FDFC782D8}" srcOrd="0" destOrd="0" presId="urn:microsoft.com/office/officeart/2018/2/layout/IconLabelList"/>
    <dgm:cxn modelId="{4D76A3CF-3748-460D-B09B-192B41FFCDCE}" srcId="{2748AE3B-6182-483E-ACF1-FF46EF23D5C0}" destId="{4357283B-C6FF-4146-9F50-4701B4397EE3}" srcOrd="0" destOrd="0" parTransId="{87868356-49B9-461D-A085-60AA46DC4A1A}" sibTransId="{DA7E229F-6757-4493-B26F-DA50E6032267}"/>
    <dgm:cxn modelId="{51B1C4DC-2CFB-4282-BE36-1260BD6FFF59}" srcId="{2748AE3B-6182-483E-ACF1-FF46EF23D5C0}" destId="{B05004A9-3248-42D3-AB2C-7FE100BD56C5}" srcOrd="1" destOrd="0" parTransId="{2FA7131E-C593-424C-9A7E-29CE586315AC}" sibTransId="{7E161416-0683-4374-909D-44B85447B95E}"/>
    <dgm:cxn modelId="{7CFC7E02-E76B-430B-9132-410953A37C4F}" type="presParOf" srcId="{20D76C29-D7EE-4A9B-8C5C-58E13C74913A}" destId="{625BD20C-B6B8-459E-B34F-22C4E317FF04}" srcOrd="0" destOrd="0" presId="urn:microsoft.com/office/officeart/2018/2/layout/IconLabelList"/>
    <dgm:cxn modelId="{38B6C3B5-A973-47D5-B72D-0F7C71646512}" type="presParOf" srcId="{625BD20C-B6B8-459E-B34F-22C4E317FF04}" destId="{B46AD816-ACDA-4169-A290-C9A2609E540F}" srcOrd="0" destOrd="0" presId="urn:microsoft.com/office/officeart/2018/2/layout/IconLabelList"/>
    <dgm:cxn modelId="{1C75D44C-3615-4407-ADD9-BE658A0542C4}" type="presParOf" srcId="{625BD20C-B6B8-459E-B34F-22C4E317FF04}" destId="{6F7A78A1-9D3C-4B14-8866-C6366F176FC5}" srcOrd="1" destOrd="0" presId="urn:microsoft.com/office/officeart/2018/2/layout/IconLabelList"/>
    <dgm:cxn modelId="{F1B091E7-1DFC-4505-8671-3D661215346D}" type="presParOf" srcId="{625BD20C-B6B8-459E-B34F-22C4E317FF04}" destId="{CF4B9BB4-C2ED-4D60-AC68-E47FDFC782D8}" srcOrd="2" destOrd="0" presId="urn:microsoft.com/office/officeart/2018/2/layout/IconLabelList"/>
    <dgm:cxn modelId="{85E688CD-38AB-4356-A665-93000B294EBB}" type="presParOf" srcId="{20D76C29-D7EE-4A9B-8C5C-58E13C74913A}" destId="{B147BDD3-0E51-4B33-98DD-60D9082C25F4}" srcOrd="1" destOrd="0" presId="urn:microsoft.com/office/officeart/2018/2/layout/IconLabelList"/>
    <dgm:cxn modelId="{89055402-A989-4AC8-B624-90BE74B0CE9B}" type="presParOf" srcId="{20D76C29-D7EE-4A9B-8C5C-58E13C74913A}" destId="{48508C38-DE8D-4CA7-8201-B04D33C7D26B}" srcOrd="2" destOrd="0" presId="urn:microsoft.com/office/officeart/2018/2/layout/IconLabelList"/>
    <dgm:cxn modelId="{BC3170D5-D279-4F99-AE29-06B930DC516A}" type="presParOf" srcId="{48508C38-DE8D-4CA7-8201-B04D33C7D26B}" destId="{2428DD29-BB34-444E-BD62-35BF552F7782}" srcOrd="0" destOrd="0" presId="urn:microsoft.com/office/officeart/2018/2/layout/IconLabelList"/>
    <dgm:cxn modelId="{1230A93E-5278-4BAF-A74C-415B4C6B4CEC}" type="presParOf" srcId="{48508C38-DE8D-4CA7-8201-B04D33C7D26B}" destId="{0DED385D-638B-4109-824C-4FACB115EA25}" srcOrd="1" destOrd="0" presId="urn:microsoft.com/office/officeart/2018/2/layout/IconLabelList"/>
    <dgm:cxn modelId="{26CADDC3-945A-4DDF-8767-EB0E628F3A8B}" type="presParOf" srcId="{48508C38-DE8D-4CA7-8201-B04D33C7D26B}" destId="{B9B076A6-DD5B-4097-B84C-9423A4F70AA1}" srcOrd="2" destOrd="0" presId="urn:microsoft.com/office/officeart/2018/2/layout/IconLabelList"/>
    <dgm:cxn modelId="{D02E85B0-1FC5-4364-9274-E2250B953334}" type="presParOf" srcId="{20D76C29-D7EE-4A9B-8C5C-58E13C74913A}" destId="{00C4EAD0-0523-4318-A881-427ABC4B947B}" srcOrd="3" destOrd="0" presId="urn:microsoft.com/office/officeart/2018/2/layout/IconLabelList"/>
    <dgm:cxn modelId="{1BBD4345-51E4-44C4-B04A-6BC45543AC8A}" type="presParOf" srcId="{20D76C29-D7EE-4A9B-8C5C-58E13C74913A}" destId="{C91095F2-8740-4367-8015-A9F0E2089C79}" srcOrd="4" destOrd="0" presId="urn:microsoft.com/office/officeart/2018/2/layout/IconLabelList"/>
    <dgm:cxn modelId="{45B5C9C2-B584-46AB-AD3A-C99FD8AA3AE2}" type="presParOf" srcId="{C91095F2-8740-4367-8015-A9F0E2089C79}" destId="{7180300B-1150-46A8-B515-A47768E239B3}" srcOrd="0" destOrd="0" presId="urn:microsoft.com/office/officeart/2018/2/layout/IconLabelList"/>
    <dgm:cxn modelId="{FEFA67B3-8D09-46F5-A61D-1E825B6A1152}" type="presParOf" srcId="{C91095F2-8740-4367-8015-A9F0E2089C79}" destId="{922155D5-D5E0-4FFF-932B-8E904DE30946}" srcOrd="1" destOrd="0" presId="urn:microsoft.com/office/officeart/2018/2/layout/IconLabelList"/>
    <dgm:cxn modelId="{D076D307-4A83-4315-8E9D-C169D9139D72}" type="presParOf" srcId="{C91095F2-8740-4367-8015-A9F0E2089C79}" destId="{FF6312C0-CB3F-4C6F-9170-0CC2810BD0F5}" srcOrd="2" destOrd="0" presId="urn:microsoft.com/office/officeart/2018/2/layout/IconLabelList"/>
    <dgm:cxn modelId="{D47649F1-3B3C-4920-B640-66873A907B6B}" type="presParOf" srcId="{20D76C29-D7EE-4A9B-8C5C-58E13C74913A}" destId="{14DBF1EE-4AA2-4623-93C2-6DB1B8986D36}" srcOrd="5" destOrd="0" presId="urn:microsoft.com/office/officeart/2018/2/layout/IconLabelList"/>
    <dgm:cxn modelId="{C7F73E2E-5713-4CD2-918F-83839A7C4F4C}" type="presParOf" srcId="{20D76C29-D7EE-4A9B-8C5C-58E13C74913A}" destId="{0A4891BF-6BA1-4773-A531-A170FA1A61CC}" srcOrd="6" destOrd="0" presId="urn:microsoft.com/office/officeart/2018/2/layout/IconLabelList"/>
    <dgm:cxn modelId="{87F8EEA2-E41D-4251-AEBF-EA4D298F1422}" type="presParOf" srcId="{0A4891BF-6BA1-4773-A531-A170FA1A61CC}" destId="{73BECE9D-2C51-4BB6-B0B7-E3612D3DA794}" srcOrd="0" destOrd="0" presId="urn:microsoft.com/office/officeart/2018/2/layout/IconLabelList"/>
    <dgm:cxn modelId="{5E25A4FA-98D1-4257-ACE7-20A6DD934C5B}" type="presParOf" srcId="{0A4891BF-6BA1-4773-A531-A170FA1A61CC}" destId="{D5ACA83F-65EB-43B3-A51D-3B065BF8FA40}" srcOrd="1" destOrd="0" presId="urn:microsoft.com/office/officeart/2018/2/layout/IconLabelList"/>
    <dgm:cxn modelId="{F89795CA-7A0C-4677-B7B0-3573686842C0}" type="presParOf" srcId="{0A4891BF-6BA1-4773-A531-A170FA1A61CC}" destId="{F7365AEB-9141-43E7-A398-D5F55FD634F6}" srcOrd="2" destOrd="0" presId="urn:microsoft.com/office/officeart/2018/2/layout/IconLabelList"/>
    <dgm:cxn modelId="{3641D941-5F5F-41D5-B982-98C4727A5993}" type="presParOf" srcId="{20D76C29-D7EE-4A9B-8C5C-58E13C74913A}" destId="{4A3FD674-DEDB-499C-B8D3-9F2C7D561F44}" srcOrd="7" destOrd="0" presId="urn:microsoft.com/office/officeart/2018/2/layout/IconLabelList"/>
    <dgm:cxn modelId="{74AC6A61-60B2-4ED1-A6F5-FA29591DEEB8}" type="presParOf" srcId="{20D76C29-D7EE-4A9B-8C5C-58E13C74913A}" destId="{8BC6C7D7-741D-4BA0-BC91-01E8A07CB66C}" srcOrd="8" destOrd="0" presId="urn:microsoft.com/office/officeart/2018/2/layout/IconLabelList"/>
    <dgm:cxn modelId="{13B5FAAF-A503-42EA-A8E8-B11B3FC26156}" type="presParOf" srcId="{8BC6C7D7-741D-4BA0-BC91-01E8A07CB66C}" destId="{D22A71F3-3AA0-4679-9775-E05DF7852801}" srcOrd="0" destOrd="0" presId="urn:microsoft.com/office/officeart/2018/2/layout/IconLabelList"/>
    <dgm:cxn modelId="{D64439B0-1CC1-4C7A-9F82-80A69EFD34FD}" type="presParOf" srcId="{8BC6C7D7-741D-4BA0-BC91-01E8A07CB66C}" destId="{0C4D65F0-B6E3-4EA5-AA65-F739B955E520}" srcOrd="1" destOrd="0" presId="urn:microsoft.com/office/officeart/2018/2/layout/IconLabelList"/>
    <dgm:cxn modelId="{1F8AF475-95D7-4BB1-A0E5-F3E8857004E1}" type="presParOf" srcId="{8BC6C7D7-741D-4BA0-BC91-01E8A07CB66C}" destId="{4165F21E-A284-4C7A-9DCD-3FA7C56AD0C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48AE3B-6182-483E-ACF1-FF46EF23D5C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900978-CE32-4889-A3D6-BB7339D7C22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Ottimizzazione automatica del percorso in maniera da ridurre  tempi di percorrenza e distanze  </a:t>
          </a:r>
        </a:p>
      </dgm:t>
    </dgm:pt>
    <dgm:pt modelId="{BDDF272E-6711-43A9-8A07-557A0B07975C}" type="parTrans" cxnId="{66FBBA17-B565-45A3-A3A0-7CEB06F321F8}">
      <dgm:prSet/>
      <dgm:spPr/>
      <dgm:t>
        <a:bodyPr/>
        <a:lstStyle/>
        <a:p>
          <a:endParaRPr lang="it-IT"/>
        </a:p>
      </dgm:t>
    </dgm:pt>
    <dgm:pt modelId="{629C08C5-1217-45E1-8DDB-89C8F4F733E3}" type="sibTrans" cxnId="{66FBBA17-B565-45A3-A3A0-7CEB06F321F8}">
      <dgm:prSet/>
      <dgm:spPr/>
      <dgm:t>
        <a:bodyPr/>
        <a:lstStyle/>
        <a:p>
          <a:endParaRPr lang="it-IT"/>
        </a:p>
      </dgm:t>
    </dgm:pt>
    <dgm:pt modelId="{D1302F06-8882-48AA-8852-AB6AAE24547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Itinerari personalizzati in base al tempo disponibile rispettando vincoli reali</a:t>
          </a:r>
        </a:p>
      </dgm:t>
    </dgm:pt>
    <dgm:pt modelId="{5DFD6378-EC68-42BC-A177-BF775B0799E7}" type="parTrans" cxnId="{131431C9-97C2-42A8-BB29-419642F9E266}">
      <dgm:prSet/>
      <dgm:spPr/>
      <dgm:t>
        <a:bodyPr/>
        <a:lstStyle/>
        <a:p>
          <a:endParaRPr lang="it-IT"/>
        </a:p>
      </dgm:t>
    </dgm:pt>
    <dgm:pt modelId="{004B393F-8B57-4578-88F7-1315F147BBEE}" type="sibTrans" cxnId="{131431C9-97C2-42A8-BB29-419642F9E266}">
      <dgm:prSet/>
      <dgm:spPr/>
      <dgm:t>
        <a:bodyPr/>
        <a:lstStyle/>
        <a:p>
          <a:endParaRPr lang="it-IT"/>
        </a:p>
      </dgm:t>
    </dgm:pt>
    <dgm:pt modelId="{0E230923-3DFB-4A4D-8F7B-3721520857D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Modifica dinamica delle tappe e gestione completa dei viaggi</a:t>
          </a:r>
        </a:p>
      </dgm:t>
    </dgm:pt>
    <dgm:pt modelId="{694DC980-A964-4E39-8912-AE94083D14F3}" type="parTrans" cxnId="{A8BF35F3-03E9-48EA-B722-B9908F6E33D0}">
      <dgm:prSet/>
      <dgm:spPr/>
      <dgm:t>
        <a:bodyPr/>
        <a:lstStyle/>
        <a:p>
          <a:endParaRPr lang="it-IT"/>
        </a:p>
      </dgm:t>
    </dgm:pt>
    <dgm:pt modelId="{3A353001-AD7D-4061-AB36-46441E86FB38}" type="sibTrans" cxnId="{A8BF35F3-03E9-48EA-B722-B9908F6E33D0}">
      <dgm:prSet/>
      <dgm:spPr/>
      <dgm:t>
        <a:bodyPr/>
        <a:lstStyle/>
        <a:p>
          <a:endParaRPr lang="it-IT"/>
        </a:p>
      </dgm:t>
    </dgm:pt>
    <dgm:pt modelId="{F57675E6-B4FC-4A3F-B244-83AFAAF8F3A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Condivisione tramite catalogo o pdf</a:t>
          </a:r>
        </a:p>
      </dgm:t>
    </dgm:pt>
    <dgm:pt modelId="{3F2E3259-166B-4195-A9D3-992303892858}" type="parTrans" cxnId="{42210C31-6DD2-48FE-A873-F5DFF1A2EBAB}">
      <dgm:prSet/>
      <dgm:spPr/>
      <dgm:t>
        <a:bodyPr/>
        <a:lstStyle/>
        <a:p>
          <a:endParaRPr lang="it-IT"/>
        </a:p>
      </dgm:t>
    </dgm:pt>
    <dgm:pt modelId="{8A6E3F5E-8656-4E3E-B123-B54A8500131A}" type="sibTrans" cxnId="{42210C31-6DD2-48FE-A873-F5DFF1A2EBAB}">
      <dgm:prSet/>
      <dgm:spPr/>
      <dgm:t>
        <a:bodyPr/>
        <a:lstStyle/>
        <a:p>
          <a:endParaRPr lang="it-IT"/>
        </a:p>
      </dgm:t>
    </dgm:pt>
    <dgm:pt modelId="{5C415B48-AD67-475C-A589-660A86C6210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Sistema sicuro di autenticazione e gestione utente</a:t>
          </a:r>
        </a:p>
      </dgm:t>
    </dgm:pt>
    <dgm:pt modelId="{F6402776-3F01-489F-8744-61FC0EA36852}" type="parTrans" cxnId="{EC26A392-6730-4DCF-A77E-8129B9901FE7}">
      <dgm:prSet/>
      <dgm:spPr/>
      <dgm:t>
        <a:bodyPr/>
        <a:lstStyle/>
        <a:p>
          <a:endParaRPr lang="it-IT"/>
        </a:p>
      </dgm:t>
    </dgm:pt>
    <dgm:pt modelId="{265255F2-4767-4FCD-A5DE-96EDACC4D2BC}" type="sibTrans" cxnId="{EC26A392-6730-4DCF-A77E-8129B9901FE7}">
      <dgm:prSet/>
      <dgm:spPr/>
      <dgm:t>
        <a:bodyPr/>
        <a:lstStyle/>
        <a:p>
          <a:endParaRPr lang="it-IT"/>
        </a:p>
      </dgm:t>
    </dgm:pt>
    <dgm:pt modelId="{20D76C29-D7EE-4A9B-8C5C-58E13C74913A}" type="pres">
      <dgm:prSet presAssocID="{2748AE3B-6182-483E-ACF1-FF46EF23D5C0}" presName="root" presStyleCnt="0">
        <dgm:presLayoutVars>
          <dgm:dir/>
          <dgm:resizeHandles val="exact"/>
        </dgm:presLayoutVars>
      </dgm:prSet>
      <dgm:spPr/>
    </dgm:pt>
    <dgm:pt modelId="{D17094DD-8041-4A11-A152-5D10088F8D86}" type="pres">
      <dgm:prSet presAssocID="{E7900978-CE32-4889-A3D6-BB7339D7C228}" presName="compNode" presStyleCnt="0"/>
      <dgm:spPr/>
    </dgm:pt>
    <dgm:pt modelId="{F7D1F241-847A-4B41-B143-17BCD92EDC58}" type="pres">
      <dgm:prSet presAssocID="{E7900978-CE32-4889-A3D6-BB7339D7C228}" presName="iconRect" presStyleLbl="nod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spirazione con riempimento a tinta unita"/>
        </a:ext>
      </dgm:extLst>
    </dgm:pt>
    <dgm:pt modelId="{C3593DA9-479A-48F6-9B6E-9C5A62A74DDD}" type="pres">
      <dgm:prSet presAssocID="{E7900978-CE32-4889-A3D6-BB7339D7C228}" presName="spaceRect" presStyleCnt="0"/>
      <dgm:spPr/>
    </dgm:pt>
    <dgm:pt modelId="{4CFBB519-19F6-4909-A5E5-838463FBBCB5}" type="pres">
      <dgm:prSet presAssocID="{E7900978-CE32-4889-A3D6-BB7339D7C228}" presName="textRect" presStyleLbl="revTx" presStyleIdx="0" presStyleCnt="5">
        <dgm:presLayoutVars>
          <dgm:chMax val="1"/>
          <dgm:chPref val="1"/>
        </dgm:presLayoutVars>
      </dgm:prSet>
      <dgm:spPr/>
    </dgm:pt>
    <dgm:pt modelId="{7544F885-E93A-41E3-B521-99886DF06D93}" type="pres">
      <dgm:prSet presAssocID="{629C08C5-1217-45E1-8DDB-89C8F4F733E3}" presName="sibTrans" presStyleCnt="0"/>
      <dgm:spPr/>
    </dgm:pt>
    <dgm:pt modelId="{B6A53D40-1D60-499B-8DEF-73DA29594924}" type="pres">
      <dgm:prSet presAssocID="{D1302F06-8882-48AA-8852-AB6AAE245471}" presName="compNode" presStyleCnt="0"/>
      <dgm:spPr/>
    </dgm:pt>
    <dgm:pt modelId="{AAEB3149-F950-4242-9B03-283A7EAB597B}" type="pres">
      <dgm:prSet presAssocID="{D1302F06-8882-48AA-8852-AB6AAE245471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essidra 30% con riempimento a tinta unita"/>
        </a:ext>
      </dgm:extLst>
    </dgm:pt>
    <dgm:pt modelId="{D3D03517-372B-4A46-A0D8-5E1666B64516}" type="pres">
      <dgm:prSet presAssocID="{D1302F06-8882-48AA-8852-AB6AAE245471}" presName="spaceRect" presStyleCnt="0"/>
      <dgm:spPr/>
    </dgm:pt>
    <dgm:pt modelId="{16B8BF0E-AE5C-4714-92D6-0F84BD365DBF}" type="pres">
      <dgm:prSet presAssocID="{D1302F06-8882-48AA-8852-AB6AAE245471}" presName="textRect" presStyleLbl="revTx" presStyleIdx="1" presStyleCnt="5">
        <dgm:presLayoutVars>
          <dgm:chMax val="1"/>
          <dgm:chPref val="1"/>
        </dgm:presLayoutVars>
      </dgm:prSet>
      <dgm:spPr/>
    </dgm:pt>
    <dgm:pt modelId="{1C095DBC-1C27-4EF6-BAA8-8BB44CDCAC5B}" type="pres">
      <dgm:prSet presAssocID="{004B393F-8B57-4578-88F7-1315F147BBEE}" presName="sibTrans" presStyleCnt="0"/>
      <dgm:spPr/>
    </dgm:pt>
    <dgm:pt modelId="{F6839521-0897-43C6-96B9-AA14A1734A8A}" type="pres">
      <dgm:prSet presAssocID="{0E230923-3DFB-4A4D-8F7B-3721520857D6}" presName="compNode" presStyleCnt="0"/>
      <dgm:spPr/>
    </dgm:pt>
    <dgm:pt modelId="{F1357B1E-C972-4BC4-B31A-059D77F44CFD}" type="pres">
      <dgm:prSet presAssocID="{0E230923-3DFB-4A4D-8F7B-3721520857D6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ada con due vie con un sentiero con riempimento a tinta unita"/>
        </a:ext>
      </dgm:extLst>
    </dgm:pt>
    <dgm:pt modelId="{FA3CA0F5-2BB0-44BD-ABB3-173D8B8048E1}" type="pres">
      <dgm:prSet presAssocID="{0E230923-3DFB-4A4D-8F7B-3721520857D6}" presName="spaceRect" presStyleCnt="0"/>
      <dgm:spPr/>
    </dgm:pt>
    <dgm:pt modelId="{6CA7E7BF-2943-43B7-B247-5EE1091DAF2D}" type="pres">
      <dgm:prSet presAssocID="{0E230923-3DFB-4A4D-8F7B-3721520857D6}" presName="textRect" presStyleLbl="revTx" presStyleIdx="2" presStyleCnt="5">
        <dgm:presLayoutVars>
          <dgm:chMax val="1"/>
          <dgm:chPref val="1"/>
        </dgm:presLayoutVars>
      </dgm:prSet>
      <dgm:spPr/>
    </dgm:pt>
    <dgm:pt modelId="{8D5FE2F3-2D72-4288-ACC8-B37AE67527E6}" type="pres">
      <dgm:prSet presAssocID="{3A353001-AD7D-4061-AB36-46441E86FB38}" presName="sibTrans" presStyleCnt="0"/>
      <dgm:spPr/>
    </dgm:pt>
    <dgm:pt modelId="{BEADD95F-5765-4B59-B7DE-1A10CC148275}" type="pres">
      <dgm:prSet presAssocID="{F57675E6-B4FC-4A3F-B244-83AFAAF8F3AD}" presName="compNode" presStyleCnt="0"/>
      <dgm:spPr/>
    </dgm:pt>
    <dgm:pt modelId="{3AEF1D3A-669A-4722-998E-9635C3E60F33}" type="pres">
      <dgm:prSet presAssocID="{F57675E6-B4FC-4A3F-B244-83AFAAF8F3AD}" presName="iconRect" presStyleLbl="nod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cia sorridente con riempimento a tinta unita con riempimento a tinta unita"/>
        </a:ext>
      </dgm:extLst>
    </dgm:pt>
    <dgm:pt modelId="{5CDDC4FA-50CC-43FB-8528-5FF778683E77}" type="pres">
      <dgm:prSet presAssocID="{F57675E6-B4FC-4A3F-B244-83AFAAF8F3AD}" presName="spaceRect" presStyleCnt="0"/>
      <dgm:spPr/>
    </dgm:pt>
    <dgm:pt modelId="{5E4A688E-4B2B-4E19-93FB-3C8B44779F0A}" type="pres">
      <dgm:prSet presAssocID="{F57675E6-B4FC-4A3F-B244-83AFAAF8F3AD}" presName="textRect" presStyleLbl="revTx" presStyleIdx="3" presStyleCnt="5">
        <dgm:presLayoutVars>
          <dgm:chMax val="1"/>
          <dgm:chPref val="1"/>
        </dgm:presLayoutVars>
      </dgm:prSet>
      <dgm:spPr/>
    </dgm:pt>
    <dgm:pt modelId="{EF6C75B5-D513-478B-AB44-C79E568080BE}" type="pres">
      <dgm:prSet presAssocID="{8A6E3F5E-8656-4E3E-B123-B54A8500131A}" presName="sibTrans" presStyleCnt="0"/>
      <dgm:spPr/>
    </dgm:pt>
    <dgm:pt modelId="{FB7ECA16-2591-4AE7-9856-448CC702BC4D}" type="pres">
      <dgm:prSet presAssocID="{5C415B48-AD67-475C-A589-660A86C62109}" presName="compNode" presStyleCnt="0"/>
      <dgm:spPr/>
    </dgm:pt>
    <dgm:pt modelId="{88DC0731-82A4-4DD0-95A8-14E9FC0AB354}" type="pres">
      <dgm:prSet presAssocID="{5C415B48-AD67-475C-A589-660A86C62109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ente con riempimento a tinta unita"/>
        </a:ext>
      </dgm:extLst>
    </dgm:pt>
    <dgm:pt modelId="{4F1D35C8-26B6-4579-BC16-EC42B160C874}" type="pres">
      <dgm:prSet presAssocID="{5C415B48-AD67-475C-A589-660A86C62109}" presName="spaceRect" presStyleCnt="0"/>
      <dgm:spPr/>
    </dgm:pt>
    <dgm:pt modelId="{F834F58E-5E96-40E3-81F6-8CB6307960E9}" type="pres">
      <dgm:prSet presAssocID="{5C415B48-AD67-475C-A589-660A86C6210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4085C13-8DE6-4A1B-A4D1-9EF6A25566CB}" type="presOf" srcId="{2748AE3B-6182-483E-ACF1-FF46EF23D5C0}" destId="{20D76C29-D7EE-4A9B-8C5C-58E13C74913A}" srcOrd="0" destOrd="0" presId="urn:microsoft.com/office/officeart/2018/2/layout/IconLabelList"/>
    <dgm:cxn modelId="{66FBBA17-B565-45A3-A3A0-7CEB06F321F8}" srcId="{2748AE3B-6182-483E-ACF1-FF46EF23D5C0}" destId="{E7900978-CE32-4889-A3D6-BB7339D7C228}" srcOrd="0" destOrd="0" parTransId="{BDDF272E-6711-43A9-8A07-557A0B07975C}" sibTransId="{629C08C5-1217-45E1-8DDB-89C8F4F733E3}"/>
    <dgm:cxn modelId="{42210C31-6DD2-48FE-A873-F5DFF1A2EBAB}" srcId="{2748AE3B-6182-483E-ACF1-FF46EF23D5C0}" destId="{F57675E6-B4FC-4A3F-B244-83AFAAF8F3AD}" srcOrd="3" destOrd="0" parTransId="{3F2E3259-166B-4195-A9D3-992303892858}" sibTransId="{8A6E3F5E-8656-4E3E-B123-B54A8500131A}"/>
    <dgm:cxn modelId="{47676365-3617-4B7A-B0E3-01D3BA0F8B88}" type="presOf" srcId="{5C415B48-AD67-475C-A589-660A86C62109}" destId="{F834F58E-5E96-40E3-81F6-8CB6307960E9}" srcOrd="0" destOrd="0" presId="urn:microsoft.com/office/officeart/2018/2/layout/IconLabelList"/>
    <dgm:cxn modelId="{EC26A392-6730-4DCF-A77E-8129B9901FE7}" srcId="{2748AE3B-6182-483E-ACF1-FF46EF23D5C0}" destId="{5C415B48-AD67-475C-A589-660A86C62109}" srcOrd="4" destOrd="0" parTransId="{F6402776-3F01-489F-8744-61FC0EA36852}" sibTransId="{265255F2-4767-4FCD-A5DE-96EDACC4D2BC}"/>
    <dgm:cxn modelId="{291FC2C6-4791-495E-A96B-7318877B41B5}" type="presOf" srcId="{0E230923-3DFB-4A4D-8F7B-3721520857D6}" destId="{6CA7E7BF-2943-43B7-B247-5EE1091DAF2D}" srcOrd="0" destOrd="0" presId="urn:microsoft.com/office/officeart/2018/2/layout/IconLabelList"/>
    <dgm:cxn modelId="{131431C9-97C2-42A8-BB29-419642F9E266}" srcId="{2748AE3B-6182-483E-ACF1-FF46EF23D5C0}" destId="{D1302F06-8882-48AA-8852-AB6AAE245471}" srcOrd="1" destOrd="0" parTransId="{5DFD6378-EC68-42BC-A177-BF775B0799E7}" sibTransId="{004B393F-8B57-4578-88F7-1315F147BBEE}"/>
    <dgm:cxn modelId="{129D12D9-742E-49E4-9FDA-88A04B3B2867}" type="presOf" srcId="{E7900978-CE32-4889-A3D6-BB7339D7C228}" destId="{4CFBB519-19F6-4909-A5E5-838463FBBCB5}" srcOrd="0" destOrd="0" presId="urn:microsoft.com/office/officeart/2018/2/layout/IconLabelList"/>
    <dgm:cxn modelId="{4669CAD9-F267-4F3C-9114-733C05491E27}" type="presOf" srcId="{F57675E6-B4FC-4A3F-B244-83AFAAF8F3AD}" destId="{5E4A688E-4B2B-4E19-93FB-3C8B44779F0A}" srcOrd="0" destOrd="0" presId="urn:microsoft.com/office/officeart/2018/2/layout/IconLabelList"/>
    <dgm:cxn modelId="{5A79B4ED-5388-45DE-AE6C-E203780D29D1}" type="presOf" srcId="{D1302F06-8882-48AA-8852-AB6AAE245471}" destId="{16B8BF0E-AE5C-4714-92D6-0F84BD365DBF}" srcOrd="0" destOrd="0" presId="urn:microsoft.com/office/officeart/2018/2/layout/IconLabelList"/>
    <dgm:cxn modelId="{A8BF35F3-03E9-48EA-B722-B9908F6E33D0}" srcId="{2748AE3B-6182-483E-ACF1-FF46EF23D5C0}" destId="{0E230923-3DFB-4A4D-8F7B-3721520857D6}" srcOrd="2" destOrd="0" parTransId="{694DC980-A964-4E39-8912-AE94083D14F3}" sibTransId="{3A353001-AD7D-4061-AB36-46441E86FB38}"/>
    <dgm:cxn modelId="{F7AE8E47-AB83-49B1-BDA4-C01052B64506}" type="presParOf" srcId="{20D76C29-D7EE-4A9B-8C5C-58E13C74913A}" destId="{D17094DD-8041-4A11-A152-5D10088F8D86}" srcOrd="0" destOrd="0" presId="urn:microsoft.com/office/officeart/2018/2/layout/IconLabelList"/>
    <dgm:cxn modelId="{C67ADE3A-6E64-4C90-9D8F-B2054548AB1C}" type="presParOf" srcId="{D17094DD-8041-4A11-A152-5D10088F8D86}" destId="{F7D1F241-847A-4B41-B143-17BCD92EDC58}" srcOrd="0" destOrd="0" presId="urn:microsoft.com/office/officeart/2018/2/layout/IconLabelList"/>
    <dgm:cxn modelId="{AB9C1792-555C-4EE4-BF72-ABF94FAA5553}" type="presParOf" srcId="{D17094DD-8041-4A11-A152-5D10088F8D86}" destId="{C3593DA9-479A-48F6-9B6E-9C5A62A74DDD}" srcOrd="1" destOrd="0" presId="urn:microsoft.com/office/officeart/2018/2/layout/IconLabelList"/>
    <dgm:cxn modelId="{BA5824E9-1C40-41D4-B9B5-067B71E1F46B}" type="presParOf" srcId="{D17094DD-8041-4A11-A152-5D10088F8D86}" destId="{4CFBB519-19F6-4909-A5E5-838463FBBCB5}" srcOrd="2" destOrd="0" presId="urn:microsoft.com/office/officeart/2018/2/layout/IconLabelList"/>
    <dgm:cxn modelId="{0D28F5D2-EE73-4557-A244-407D87E9FED4}" type="presParOf" srcId="{20D76C29-D7EE-4A9B-8C5C-58E13C74913A}" destId="{7544F885-E93A-41E3-B521-99886DF06D93}" srcOrd="1" destOrd="0" presId="urn:microsoft.com/office/officeart/2018/2/layout/IconLabelList"/>
    <dgm:cxn modelId="{1E8A496C-992D-4041-BE4B-01722C2F9721}" type="presParOf" srcId="{20D76C29-D7EE-4A9B-8C5C-58E13C74913A}" destId="{B6A53D40-1D60-499B-8DEF-73DA29594924}" srcOrd="2" destOrd="0" presId="urn:microsoft.com/office/officeart/2018/2/layout/IconLabelList"/>
    <dgm:cxn modelId="{CED12519-CF0B-4345-ABE8-A76781C51BAA}" type="presParOf" srcId="{B6A53D40-1D60-499B-8DEF-73DA29594924}" destId="{AAEB3149-F950-4242-9B03-283A7EAB597B}" srcOrd="0" destOrd="0" presId="urn:microsoft.com/office/officeart/2018/2/layout/IconLabelList"/>
    <dgm:cxn modelId="{C3D74885-D1C5-4A25-B15F-A9BE12D2FF56}" type="presParOf" srcId="{B6A53D40-1D60-499B-8DEF-73DA29594924}" destId="{D3D03517-372B-4A46-A0D8-5E1666B64516}" srcOrd="1" destOrd="0" presId="urn:microsoft.com/office/officeart/2018/2/layout/IconLabelList"/>
    <dgm:cxn modelId="{FA11485C-9754-417F-A501-55D6A5CCEA3B}" type="presParOf" srcId="{B6A53D40-1D60-499B-8DEF-73DA29594924}" destId="{16B8BF0E-AE5C-4714-92D6-0F84BD365DBF}" srcOrd="2" destOrd="0" presId="urn:microsoft.com/office/officeart/2018/2/layout/IconLabelList"/>
    <dgm:cxn modelId="{59A96084-DC78-4B24-B6DE-824A0FF8310A}" type="presParOf" srcId="{20D76C29-D7EE-4A9B-8C5C-58E13C74913A}" destId="{1C095DBC-1C27-4EF6-BAA8-8BB44CDCAC5B}" srcOrd="3" destOrd="0" presId="urn:microsoft.com/office/officeart/2018/2/layout/IconLabelList"/>
    <dgm:cxn modelId="{EA039B0D-E725-45C6-8401-A7AC4305B7E3}" type="presParOf" srcId="{20D76C29-D7EE-4A9B-8C5C-58E13C74913A}" destId="{F6839521-0897-43C6-96B9-AA14A1734A8A}" srcOrd="4" destOrd="0" presId="urn:microsoft.com/office/officeart/2018/2/layout/IconLabelList"/>
    <dgm:cxn modelId="{F705B3BC-DDC0-4E63-8C8C-580F7B69A5EA}" type="presParOf" srcId="{F6839521-0897-43C6-96B9-AA14A1734A8A}" destId="{F1357B1E-C972-4BC4-B31A-059D77F44CFD}" srcOrd="0" destOrd="0" presId="urn:microsoft.com/office/officeart/2018/2/layout/IconLabelList"/>
    <dgm:cxn modelId="{30200B38-0A0A-43C5-AF39-77E86BFE99E9}" type="presParOf" srcId="{F6839521-0897-43C6-96B9-AA14A1734A8A}" destId="{FA3CA0F5-2BB0-44BD-ABB3-173D8B8048E1}" srcOrd="1" destOrd="0" presId="urn:microsoft.com/office/officeart/2018/2/layout/IconLabelList"/>
    <dgm:cxn modelId="{D34356B2-FB32-49FF-8A9E-2BB6BBAD2771}" type="presParOf" srcId="{F6839521-0897-43C6-96B9-AA14A1734A8A}" destId="{6CA7E7BF-2943-43B7-B247-5EE1091DAF2D}" srcOrd="2" destOrd="0" presId="urn:microsoft.com/office/officeart/2018/2/layout/IconLabelList"/>
    <dgm:cxn modelId="{69B32D40-1332-4718-9242-365B98589EEC}" type="presParOf" srcId="{20D76C29-D7EE-4A9B-8C5C-58E13C74913A}" destId="{8D5FE2F3-2D72-4288-ACC8-B37AE67527E6}" srcOrd="5" destOrd="0" presId="urn:microsoft.com/office/officeart/2018/2/layout/IconLabelList"/>
    <dgm:cxn modelId="{A537109A-EA61-41C7-A1A6-04E771EEDE0A}" type="presParOf" srcId="{20D76C29-D7EE-4A9B-8C5C-58E13C74913A}" destId="{BEADD95F-5765-4B59-B7DE-1A10CC148275}" srcOrd="6" destOrd="0" presId="urn:microsoft.com/office/officeart/2018/2/layout/IconLabelList"/>
    <dgm:cxn modelId="{38F52F6F-7AB4-4974-B5E8-1661EF7E9B49}" type="presParOf" srcId="{BEADD95F-5765-4B59-B7DE-1A10CC148275}" destId="{3AEF1D3A-669A-4722-998E-9635C3E60F33}" srcOrd="0" destOrd="0" presId="urn:microsoft.com/office/officeart/2018/2/layout/IconLabelList"/>
    <dgm:cxn modelId="{DEABC72F-5FC2-494F-93FF-0F3DDAF2D91A}" type="presParOf" srcId="{BEADD95F-5765-4B59-B7DE-1A10CC148275}" destId="{5CDDC4FA-50CC-43FB-8528-5FF778683E77}" srcOrd="1" destOrd="0" presId="urn:microsoft.com/office/officeart/2018/2/layout/IconLabelList"/>
    <dgm:cxn modelId="{28EA15C1-BA13-44FB-A053-EBF84CBF95BB}" type="presParOf" srcId="{BEADD95F-5765-4B59-B7DE-1A10CC148275}" destId="{5E4A688E-4B2B-4E19-93FB-3C8B44779F0A}" srcOrd="2" destOrd="0" presId="urn:microsoft.com/office/officeart/2018/2/layout/IconLabelList"/>
    <dgm:cxn modelId="{A7E37C43-AC30-4238-9880-BB647318546B}" type="presParOf" srcId="{20D76C29-D7EE-4A9B-8C5C-58E13C74913A}" destId="{EF6C75B5-D513-478B-AB44-C79E568080BE}" srcOrd="7" destOrd="0" presId="urn:microsoft.com/office/officeart/2018/2/layout/IconLabelList"/>
    <dgm:cxn modelId="{B7C81920-BC2E-4063-A6AD-A8FBE0C3E1A0}" type="presParOf" srcId="{20D76C29-D7EE-4A9B-8C5C-58E13C74913A}" destId="{FB7ECA16-2591-4AE7-9856-448CC702BC4D}" srcOrd="8" destOrd="0" presId="urn:microsoft.com/office/officeart/2018/2/layout/IconLabelList"/>
    <dgm:cxn modelId="{E2C24479-C798-4295-B580-52E8F2AD7DA2}" type="presParOf" srcId="{FB7ECA16-2591-4AE7-9856-448CC702BC4D}" destId="{88DC0731-82A4-4DD0-95A8-14E9FC0AB354}" srcOrd="0" destOrd="0" presId="urn:microsoft.com/office/officeart/2018/2/layout/IconLabelList"/>
    <dgm:cxn modelId="{B3BE22C6-BB17-4609-939B-F9E680720701}" type="presParOf" srcId="{FB7ECA16-2591-4AE7-9856-448CC702BC4D}" destId="{4F1D35C8-26B6-4579-BC16-EC42B160C874}" srcOrd="1" destOrd="0" presId="urn:microsoft.com/office/officeart/2018/2/layout/IconLabelList"/>
    <dgm:cxn modelId="{923BFB97-6155-4816-AB19-6F46E5955B1C}" type="presParOf" srcId="{FB7ECA16-2591-4AE7-9856-448CC702BC4D}" destId="{F834F58E-5E96-40E3-81F6-8CB6307960E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428200-EBDE-45E4-AB7B-0889990478E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0C07A2-D99A-47AB-9C92-8E2702FBF66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baseline="0"/>
            <a:t>Autenticazione:</a:t>
          </a:r>
          <a:r>
            <a:rPr lang="it-IT" b="0" i="0" baseline="0"/>
            <a:t> Validazione dei flussi di login e registrazione; asserzioni sulla corretta generazione dei token JWT.</a:t>
          </a:r>
          <a:endParaRPr lang="en-US"/>
        </a:p>
      </dgm:t>
    </dgm:pt>
    <dgm:pt modelId="{B173C3CD-5F9C-420B-AC72-0FD08A6D1C48}" type="parTrans" cxnId="{86A0A2D3-43FF-4FF3-8F27-8E2F07DC6B40}">
      <dgm:prSet/>
      <dgm:spPr/>
      <dgm:t>
        <a:bodyPr/>
        <a:lstStyle/>
        <a:p>
          <a:endParaRPr lang="en-US"/>
        </a:p>
      </dgm:t>
    </dgm:pt>
    <dgm:pt modelId="{7859E172-B9E8-4D5A-A650-49B4383596C1}" type="sibTrans" cxnId="{86A0A2D3-43FF-4FF3-8F27-8E2F07DC6B40}">
      <dgm:prSet phldrT="1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92B3C85-AFCB-4FA8-A533-A754B9E1B5E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baseline="0"/>
            <a:t>Gestione Dati:</a:t>
          </a:r>
          <a:r>
            <a:rPr lang="it-IT" b="0" i="0" baseline="0"/>
            <a:t> Test dei meccanismi di recupero tramite </a:t>
          </a:r>
          <a:r>
            <a:rPr lang="it-IT" b="0" i="1" baseline="0"/>
            <a:t>Overpass API</a:t>
          </a:r>
          <a:r>
            <a:rPr lang="it-IT" b="0" i="0" baseline="0"/>
            <a:t> e successiva persistenza su </a:t>
          </a:r>
          <a:r>
            <a:rPr lang="it-IT" b="0" i="1" baseline="0"/>
            <a:t>MongoDB</a:t>
          </a:r>
          <a:r>
            <a:rPr lang="it-IT" b="0" i="0" baseline="0"/>
            <a:t>.</a:t>
          </a:r>
          <a:endParaRPr lang="en-US"/>
        </a:p>
      </dgm:t>
    </dgm:pt>
    <dgm:pt modelId="{D389F7C6-5021-419F-84D7-23909E12C3B4}" type="parTrans" cxnId="{CDEC6B6C-8748-4046-B92B-7A374EE891D7}">
      <dgm:prSet/>
      <dgm:spPr/>
      <dgm:t>
        <a:bodyPr/>
        <a:lstStyle/>
        <a:p>
          <a:endParaRPr lang="en-US"/>
        </a:p>
      </dgm:t>
    </dgm:pt>
    <dgm:pt modelId="{A6CF2C2F-0FAD-4FA8-B136-3DC4E4F0EEF4}" type="sibTrans" cxnId="{CDEC6B6C-8748-4046-B92B-7A374EE891D7}">
      <dgm:prSet phldrT="2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33AC441-FE79-412F-BAB4-9D6248A06DC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baseline="0"/>
            <a:t>Algoritmo: </a:t>
          </a:r>
          <a:r>
            <a:rPr lang="it-IT" b="0" i="0" baseline="0"/>
            <a:t>Verifica approfondita delle euristiche utilizzate per calcolare il percorso ottimo.</a:t>
          </a:r>
          <a:endParaRPr lang="en-US" i="0"/>
        </a:p>
      </dgm:t>
    </dgm:pt>
    <dgm:pt modelId="{E1924BE2-97F7-4AF1-803C-E0FFAF2D4BA7}" type="parTrans" cxnId="{D33D4455-7718-45C4-98B8-B82CC81D3437}">
      <dgm:prSet/>
      <dgm:spPr/>
      <dgm:t>
        <a:bodyPr/>
        <a:lstStyle/>
        <a:p>
          <a:endParaRPr lang="en-US"/>
        </a:p>
      </dgm:t>
    </dgm:pt>
    <dgm:pt modelId="{AF9F6803-0A99-41CE-8ACF-20FF300082A5}" type="sibTrans" cxnId="{D33D4455-7718-45C4-98B8-B82CC81D3437}">
      <dgm:prSet phldrT="3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83D551E-A884-472E-A3DC-18749452FF8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baseline="0"/>
            <a:t>Validazione Itinerari:</a:t>
          </a:r>
          <a:r>
            <a:rPr lang="it-IT" b="0" i="0" baseline="0"/>
            <a:t> Asserzioni matematiche su calcolo delle distanze, coerenza temporale del tour e assenza di tappe duplica</a:t>
          </a:r>
          <a:endParaRPr lang="en-US"/>
        </a:p>
      </dgm:t>
    </dgm:pt>
    <dgm:pt modelId="{3D8D6EAB-76E0-4DAC-A9A6-BC3332F16167}" type="parTrans" cxnId="{6190F9E7-85F1-4AD6-BFFA-0AF72171A8EB}">
      <dgm:prSet/>
      <dgm:spPr/>
      <dgm:t>
        <a:bodyPr/>
        <a:lstStyle/>
        <a:p>
          <a:endParaRPr lang="en-US"/>
        </a:p>
      </dgm:t>
    </dgm:pt>
    <dgm:pt modelId="{F381A3C5-5066-4B4F-AD5C-5F1F50C06B7B}" type="sibTrans" cxnId="{6190F9E7-85F1-4AD6-BFFA-0AF72171A8EB}">
      <dgm:prSet phldrT="4" phldr="0"/>
      <dgm:spPr/>
      <dgm:t>
        <a:bodyPr/>
        <a:lstStyle/>
        <a:p>
          <a:endParaRPr lang="en-US"/>
        </a:p>
      </dgm:t>
    </dgm:pt>
    <dgm:pt modelId="{8D80A68B-3B10-46D6-960A-7586AECF56E8}" type="pres">
      <dgm:prSet presAssocID="{3B428200-EBDE-45E4-AB7B-0889990478ED}" presName="root" presStyleCnt="0">
        <dgm:presLayoutVars>
          <dgm:dir/>
          <dgm:resizeHandles val="exact"/>
        </dgm:presLayoutVars>
      </dgm:prSet>
      <dgm:spPr/>
    </dgm:pt>
    <dgm:pt modelId="{92A881FB-7393-4BB8-B002-FC906311175B}" type="pres">
      <dgm:prSet presAssocID="{3B428200-EBDE-45E4-AB7B-0889990478ED}" presName="container" presStyleCnt="0">
        <dgm:presLayoutVars>
          <dgm:dir/>
          <dgm:resizeHandles val="exact"/>
        </dgm:presLayoutVars>
      </dgm:prSet>
      <dgm:spPr/>
    </dgm:pt>
    <dgm:pt modelId="{09D49F81-3D9E-41F5-9E6C-BD6D73D88B18}" type="pres">
      <dgm:prSet presAssocID="{270C07A2-D99A-47AB-9C92-8E2702FBF663}" presName="compNode" presStyleCnt="0"/>
      <dgm:spPr/>
    </dgm:pt>
    <dgm:pt modelId="{41EBF7D5-0FE9-40B4-8E59-5A20A58668A9}" type="pres">
      <dgm:prSet presAssocID="{270C07A2-D99A-47AB-9C92-8E2702FBF663}" presName="iconBgRect" presStyleLbl="bgShp" presStyleIdx="0" presStyleCnt="4"/>
      <dgm:spPr/>
    </dgm:pt>
    <dgm:pt modelId="{8BB45047-107B-49F8-82BD-E91F6EBAA16D}" type="pres">
      <dgm:prSet presAssocID="{270C07A2-D99A-47AB-9C92-8E2702FBF66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cca"/>
        </a:ext>
      </dgm:extLst>
    </dgm:pt>
    <dgm:pt modelId="{E7C210BF-6F8A-4FDE-95AE-966456447741}" type="pres">
      <dgm:prSet presAssocID="{270C07A2-D99A-47AB-9C92-8E2702FBF663}" presName="spaceRect" presStyleCnt="0"/>
      <dgm:spPr/>
    </dgm:pt>
    <dgm:pt modelId="{E4332808-F803-48B2-91E0-23876E64BD1B}" type="pres">
      <dgm:prSet presAssocID="{270C07A2-D99A-47AB-9C92-8E2702FBF663}" presName="textRect" presStyleLbl="revTx" presStyleIdx="0" presStyleCnt="4">
        <dgm:presLayoutVars>
          <dgm:chMax val="1"/>
          <dgm:chPref val="1"/>
        </dgm:presLayoutVars>
      </dgm:prSet>
      <dgm:spPr/>
    </dgm:pt>
    <dgm:pt modelId="{D9DE4B9E-2797-4C65-B623-5CBE7E5DBBEB}" type="pres">
      <dgm:prSet presAssocID="{7859E172-B9E8-4D5A-A650-49B4383596C1}" presName="sibTrans" presStyleLbl="sibTrans2D1" presStyleIdx="0" presStyleCnt="0"/>
      <dgm:spPr/>
    </dgm:pt>
    <dgm:pt modelId="{94424DBE-7AE1-4D69-854D-4CDA92F7C006}" type="pres">
      <dgm:prSet presAssocID="{692B3C85-AFCB-4FA8-A533-A754B9E1B5E0}" presName="compNode" presStyleCnt="0"/>
      <dgm:spPr/>
    </dgm:pt>
    <dgm:pt modelId="{6A349E36-72CF-4A94-A213-E17F5D19ED97}" type="pres">
      <dgm:prSet presAssocID="{692B3C85-AFCB-4FA8-A533-A754B9E1B5E0}" presName="iconBgRect" presStyleLbl="bgShp" presStyleIdx="1" presStyleCnt="4"/>
      <dgm:spPr/>
    </dgm:pt>
    <dgm:pt modelId="{4ECE9F00-0E08-463C-BA1D-50F5D5CEA531}" type="pres">
      <dgm:prSet presAssocID="{692B3C85-AFCB-4FA8-A533-A754B9E1B5E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5587293-6E1C-49AE-8CA6-542784616697}" type="pres">
      <dgm:prSet presAssocID="{692B3C85-AFCB-4FA8-A533-A754B9E1B5E0}" presName="spaceRect" presStyleCnt="0"/>
      <dgm:spPr/>
    </dgm:pt>
    <dgm:pt modelId="{2752BB34-16AB-4A3D-AB76-9EE5F5EA62A5}" type="pres">
      <dgm:prSet presAssocID="{692B3C85-AFCB-4FA8-A533-A754B9E1B5E0}" presName="textRect" presStyleLbl="revTx" presStyleIdx="1" presStyleCnt="4">
        <dgm:presLayoutVars>
          <dgm:chMax val="1"/>
          <dgm:chPref val="1"/>
        </dgm:presLayoutVars>
      </dgm:prSet>
      <dgm:spPr/>
    </dgm:pt>
    <dgm:pt modelId="{5F5A536A-D941-420A-BD82-5CC086F23477}" type="pres">
      <dgm:prSet presAssocID="{A6CF2C2F-0FAD-4FA8-B136-3DC4E4F0EEF4}" presName="sibTrans" presStyleLbl="sibTrans2D1" presStyleIdx="0" presStyleCnt="0"/>
      <dgm:spPr/>
    </dgm:pt>
    <dgm:pt modelId="{1E714D4B-550D-45E8-AAE8-A3335E714136}" type="pres">
      <dgm:prSet presAssocID="{733AC441-FE79-412F-BAB4-9D6248A06DC9}" presName="compNode" presStyleCnt="0"/>
      <dgm:spPr/>
    </dgm:pt>
    <dgm:pt modelId="{99F90BD1-AD4D-4BFA-A403-E172EB7E336D}" type="pres">
      <dgm:prSet presAssocID="{733AC441-FE79-412F-BAB4-9D6248A06DC9}" presName="iconBgRect" presStyleLbl="bgShp" presStyleIdx="2" presStyleCnt="4"/>
      <dgm:spPr/>
    </dgm:pt>
    <dgm:pt modelId="{62F1232D-8C9B-47D0-B2A4-DD9BF9F064C5}" type="pres">
      <dgm:prSet presAssocID="{733AC441-FE79-412F-BAB4-9D6248A06DC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5EE31257-ACF9-44A2-B199-E21FE0483F84}" type="pres">
      <dgm:prSet presAssocID="{733AC441-FE79-412F-BAB4-9D6248A06DC9}" presName="spaceRect" presStyleCnt="0"/>
      <dgm:spPr/>
    </dgm:pt>
    <dgm:pt modelId="{8E641B2E-FD2C-4C79-A457-7175AA526299}" type="pres">
      <dgm:prSet presAssocID="{733AC441-FE79-412F-BAB4-9D6248A06DC9}" presName="textRect" presStyleLbl="revTx" presStyleIdx="2" presStyleCnt="4">
        <dgm:presLayoutVars>
          <dgm:chMax val="1"/>
          <dgm:chPref val="1"/>
        </dgm:presLayoutVars>
      </dgm:prSet>
      <dgm:spPr/>
    </dgm:pt>
    <dgm:pt modelId="{2821D2D1-DB44-4584-980B-F1DA6AF24E80}" type="pres">
      <dgm:prSet presAssocID="{AF9F6803-0A99-41CE-8ACF-20FF300082A5}" presName="sibTrans" presStyleLbl="sibTrans2D1" presStyleIdx="0" presStyleCnt="0"/>
      <dgm:spPr/>
    </dgm:pt>
    <dgm:pt modelId="{066DFF46-3191-4FED-9A4A-C43C813C7C55}" type="pres">
      <dgm:prSet presAssocID="{A83D551E-A884-472E-A3DC-18749452FF81}" presName="compNode" presStyleCnt="0"/>
      <dgm:spPr/>
    </dgm:pt>
    <dgm:pt modelId="{41302C93-45DA-4AE0-8D89-180DF3D703C4}" type="pres">
      <dgm:prSet presAssocID="{A83D551E-A884-472E-A3DC-18749452FF81}" presName="iconBgRect" presStyleLbl="bgShp" presStyleIdx="3" presStyleCnt="4"/>
      <dgm:spPr/>
    </dgm:pt>
    <dgm:pt modelId="{EA67450E-9DA5-4362-B0CF-AF55A04E9C5A}" type="pres">
      <dgm:prSet presAssocID="{A83D551E-A884-472E-A3DC-18749452FF8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olatrice"/>
        </a:ext>
      </dgm:extLst>
    </dgm:pt>
    <dgm:pt modelId="{D06E057F-1BC7-4254-946F-DCCF828F913E}" type="pres">
      <dgm:prSet presAssocID="{A83D551E-A884-472E-A3DC-18749452FF81}" presName="spaceRect" presStyleCnt="0"/>
      <dgm:spPr/>
    </dgm:pt>
    <dgm:pt modelId="{0FF6CBA9-0F32-4547-8A46-460FD4935293}" type="pres">
      <dgm:prSet presAssocID="{A83D551E-A884-472E-A3DC-18749452FF8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DEC6B6C-8748-4046-B92B-7A374EE891D7}" srcId="{3B428200-EBDE-45E4-AB7B-0889990478ED}" destId="{692B3C85-AFCB-4FA8-A533-A754B9E1B5E0}" srcOrd="1" destOrd="0" parTransId="{D389F7C6-5021-419F-84D7-23909E12C3B4}" sibTransId="{A6CF2C2F-0FAD-4FA8-B136-3DC4E4F0EEF4}"/>
    <dgm:cxn modelId="{4C59FA52-5EC6-4315-914D-779E41FCFF90}" type="presOf" srcId="{7859E172-B9E8-4D5A-A650-49B4383596C1}" destId="{D9DE4B9E-2797-4C65-B623-5CBE7E5DBBEB}" srcOrd="0" destOrd="0" presId="urn:microsoft.com/office/officeart/2018/2/layout/IconCircleList"/>
    <dgm:cxn modelId="{9E993F75-90E8-4CA9-B089-DAB4C48E0C19}" type="presOf" srcId="{AF9F6803-0A99-41CE-8ACF-20FF300082A5}" destId="{2821D2D1-DB44-4584-980B-F1DA6AF24E80}" srcOrd="0" destOrd="0" presId="urn:microsoft.com/office/officeart/2018/2/layout/IconCircleList"/>
    <dgm:cxn modelId="{D33D4455-7718-45C4-98B8-B82CC81D3437}" srcId="{3B428200-EBDE-45E4-AB7B-0889990478ED}" destId="{733AC441-FE79-412F-BAB4-9D6248A06DC9}" srcOrd="2" destOrd="0" parTransId="{E1924BE2-97F7-4AF1-803C-E0FFAF2D4BA7}" sibTransId="{AF9F6803-0A99-41CE-8ACF-20FF300082A5}"/>
    <dgm:cxn modelId="{F8B1B377-E5D8-45AC-8076-63355929BF58}" type="presOf" srcId="{270C07A2-D99A-47AB-9C92-8E2702FBF663}" destId="{E4332808-F803-48B2-91E0-23876E64BD1B}" srcOrd="0" destOrd="0" presId="urn:microsoft.com/office/officeart/2018/2/layout/IconCircleList"/>
    <dgm:cxn modelId="{D54FE984-57F9-42CE-ABE5-A7A24483626C}" type="presOf" srcId="{A6CF2C2F-0FAD-4FA8-B136-3DC4E4F0EEF4}" destId="{5F5A536A-D941-420A-BD82-5CC086F23477}" srcOrd="0" destOrd="0" presId="urn:microsoft.com/office/officeart/2018/2/layout/IconCircleList"/>
    <dgm:cxn modelId="{8245DB8B-BB45-448D-9788-BDAEFF128085}" type="presOf" srcId="{692B3C85-AFCB-4FA8-A533-A754B9E1B5E0}" destId="{2752BB34-16AB-4A3D-AB76-9EE5F5EA62A5}" srcOrd="0" destOrd="0" presId="urn:microsoft.com/office/officeart/2018/2/layout/IconCircleList"/>
    <dgm:cxn modelId="{3DB562A8-AC08-416D-B038-D1EF4E60184C}" type="presOf" srcId="{733AC441-FE79-412F-BAB4-9D6248A06DC9}" destId="{8E641B2E-FD2C-4C79-A457-7175AA526299}" srcOrd="0" destOrd="0" presId="urn:microsoft.com/office/officeart/2018/2/layout/IconCircleList"/>
    <dgm:cxn modelId="{86A0A2D3-43FF-4FF3-8F27-8E2F07DC6B40}" srcId="{3B428200-EBDE-45E4-AB7B-0889990478ED}" destId="{270C07A2-D99A-47AB-9C92-8E2702FBF663}" srcOrd="0" destOrd="0" parTransId="{B173C3CD-5F9C-420B-AC72-0FD08A6D1C48}" sibTransId="{7859E172-B9E8-4D5A-A650-49B4383596C1}"/>
    <dgm:cxn modelId="{6190F9E7-85F1-4AD6-BFFA-0AF72171A8EB}" srcId="{3B428200-EBDE-45E4-AB7B-0889990478ED}" destId="{A83D551E-A884-472E-A3DC-18749452FF81}" srcOrd="3" destOrd="0" parTransId="{3D8D6EAB-76E0-4DAC-A9A6-BC3332F16167}" sibTransId="{F381A3C5-5066-4B4F-AD5C-5F1F50C06B7B}"/>
    <dgm:cxn modelId="{3833CFE8-D1DB-42FC-A253-79B3ED3529C6}" type="presOf" srcId="{A83D551E-A884-472E-A3DC-18749452FF81}" destId="{0FF6CBA9-0F32-4547-8A46-460FD4935293}" srcOrd="0" destOrd="0" presId="urn:microsoft.com/office/officeart/2018/2/layout/IconCircleList"/>
    <dgm:cxn modelId="{F2714CE9-FD0E-4E3B-B449-B80D619ABBD7}" type="presOf" srcId="{3B428200-EBDE-45E4-AB7B-0889990478ED}" destId="{8D80A68B-3B10-46D6-960A-7586AECF56E8}" srcOrd="0" destOrd="0" presId="urn:microsoft.com/office/officeart/2018/2/layout/IconCircleList"/>
    <dgm:cxn modelId="{9C28946D-0C90-43EB-873E-217DECB7DBB2}" type="presParOf" srcId="{8D80A68B-3B10-46D6-960A-7586AECF56E8}" destId="{92A881FB-7393-4BB8-B002-FC906311175B}" srcOrd="0" destOrd="0" presId="urn:microsoft.com/office/officeart/2018/2/layout/IconCircleList"/>
    <dgm:cxn modelId="{6ECDE97F-505A-4E97-A8E7-29260C9212B1}" type="presParOf" srcId="{92A881FB-7393-4BB8-B002-FC906311175B}" destId="{09D49F81-3D9E-41F5-9E6C-BD6D73D88B18}" srcOrd="0" destOrd="0" presId="urn:microsoft.com/office/officeart/2018/2/layout/IconCircleList"/>
    <dgm:cxn modelId="{C06D4996-ACA1-49CE-AD0C-BD59D1D24B4A}" type="presParOf" srcId="{09D49F81-3D9E-41F5-9E6C-BD6D73D88B18}" destId="{41EBF7D5-0FE9-40B4-8E59-5A20A58668A9}" srcOrd="0" destOrd="0" presId="urn:microsoft.com/office/officeart/2018/2/layout/IconCircleList"/>
    <dgm:cxn modelId="{70D4E2C1-EFD4-4707-9F0B-C58C1783A534}" type="presParOf" srcId="{09D49F81-3D9E-41F5-9E6C-BD6D73D88B18}" destId="{8BB45047-107B-49F8-82BD-E91F6EBAA16D}" srcOrd="1" destOrd="0" presId="urn:microsoft.com/office/officeart/2018/2/layout/IconCircleList"/>
    <dgm:cxn modelId="{955261BC-3C31-4CAE-812D-E5C26ADF4C48}" type="presParOf" srcId="{09D49F81-3D9E-41F5-9E6C-BD6D73D88B18}" destId="{E7C210BF-6F8A-4FDE-95AE-966456447741}" srcOrd="2" destOrd="0" presId="urn:microsoft.com/office/officeart/2018/2/layout/IconCircleList"/>
    <dgm:cxn modelId="{9C3A5CB7-1D43-4B6B-8F84-B1BBC779EF12}" type="presParOf" srcId="{09D49F81-3D9E-41F5-9E6C-BD6D73D88B18}" destId="{E4332808-F803-48B2-91E0-23876E64BD1B}" srcOrd="3" destOrd="0" presId="urn:microsoft.com/office/officeart/2018/2/layout/IconCircleList"/>
    <dgm:cxn modelId="{83B40B7A-D4A0-4D29-B830-1A2181E0D194}" type="presParOf" srcId="{92A881FB-7393-4BB8-B002-FC906311175B}" destId="{D9DE4B9E-2797-4C65-B623-5CBE7E5DBBEB}" srcOrd="1" destOrd="0" presId="urn:microsoft.com/office/officeart/2018/2/layout/IconCircleList"/>
    <dgm:cxn modelId="{DA80C2DF-0B23-4848-B810-E252FF1B86DA}" type="presParOf" srcId="{92A881FB-7393-4BB8-B002-FC906311175B}" destId="{94424DBE-7AE1-4D69-854D-4CDA92F7C006}" srcOrd="2" destOrd="0" presId="urn:microsoft.com/office/officeart/2018/2/layout/IconCircleList"/>
    <dgm:cxn modelId="{BD524290-5DFB-4FC2-A7D2-875203D81652}" type="presParOf" srcId="{94424DBE-7AE1-4D69-854D-4CDA92F7C006}" destId="{6A349E36-72CF-4A94-A213-E17F5D19ED97}" srcOrd="0" destOrd="0" presId="urn:microsoft.com/office/officeart/2018/2/layout/IconCircleList"/>
    <dgm:cxn modelId="{1292B743-5A15-4956-8BDD-026A8F472843}" type="presParOf" srcId="{94424DBE-7AE1-4D69-854D-4CDA92F7C006}" destId="{4ECE9F00-0E08-463C-BA1D-50F5D5CEA531}" srcOrd="1" destOrd="0" presId="urn:microsoft.com/office/officeart/2018/2/layout/IconCircleList"/>
    <dgm:cxn modelId="{9564337C-6C3A-48FB-8EA6-CC9BC3E1843F}" type="presParOf" srcId="{94424DBE-7AE1-4D69-854D-4CDA92F7C006}" destId="{95587293-6E1C-49AE-8CA6-542784616697}" srcOrd="2" destOrd="0" presId="urn:microsoft.com/office/officeart/2018/2/layout/IconCircleList"/>
    <dgm:cxn modelId="{91774253-388D-458D-8512-CFFA8B1657F7}" type="presParOf" srcId="{94424DBE-7AE1-4D69-854D-4CDA92F7C006}" destId="{2752BB34-16AB-4A3D-AB76-9EE5F5EA62A5}" srcOrd="3" destOrd="0" presId="urn:microsoft.com/office/officeart/2018/2/layout/IconCircleList"/>
    <dgm:cxn modelId="{A55340CD-37CA-49F2-A306-8445C0D9A70D}" type="presParOf" srcId="{92A881FB-7393-4BB8-B002-FC906311175B}" destId="{5F5A536A-D941-420A-BD82-5CC086F23477}" srcOrd="3" destOrd="0" presId="urn:microsoft.com/office/officeart/2018/2/layout/IconCircleList"/>
    <dgm:cxn modelId="{586869B6-1F1B-48C5-996A-61B5444EC684}" type="presParOf" srcId="{92A881FB-7393-4BB8-B002-FC906311175B}" destId="{1E714D4B-550D-45E8-AAE8-A3335E714136}" srcOrd="4" destOrd="0" presId="urn:microsoft.com/office/officeart/2018/2/layout/IconCircleList"/>
    <dgm:cxn modelId="{EEC36D48-4D43-40BF-BB13-47B9A8EFC6D4}" type="presParOf" srcId="{1E714D4B-550D-45E8-AAE8-A3335E714136}" destId="{99F90BD1-AD4D-4BFA-A403-E172EB7E336D}" srcOrd="0" destOrd="0" presId="urn:microsoft.com/office/officeart/2018/2/layout/IconCircleList"/>
    <dgm:cxn modelId="{5740A8A7-7382-4340-B8AB-D73B0E143852}" type="presParOf" srcId="{1E714D4B-550D-45E8-AAE8-A3335E714136}" destId="{62F1232D-8C9B-47D0-B2A4-DD9BF9F064C5}" srcOrd="1" destOrd="0" presId="urn:microsoft.com/office/officeart/2018/2/layout/IconCircleList"/>
    <dgm:cxn modelId="{C550C3D5-60D1-4433-AB56-02D1E69EDD51}" type="presParOf" srcId="{1E714D4B-550D-45E8-AAE8-A3335E714136}" destId="{5EE31257-ACF9-44A2-B199-E21FE0483F84}" srcOrd="2" destOrd="0" presId="urn:microsoft.com/office/officeart/2018/2/layout/IconCircleList"/>
    <dgm:cxn modelId="{7D7A533E-CBCF-48B0-A30B-5F2E96D67D69}" type="presParOf" srcId="{1E714D4B-550D-45E8-AAE8-A3335E714136}" destId="{8E641B2E-FD2C-4C79-A457-7175AA526299}" srcOrd="3" destOrd="0" presId="urn:microsoft.com/office/officeart/2018/2/layout/IconCircleList"/>
    <dgm:cxn modelId="{69E096DF-6757-46A4-ADCA-AE82E21807BA}" type="presParOf" srcId="{92A881FB-7393-4BB8-B002-FC906311175B}" destId="{2821D2D1-DB44-4584-980B-F1DA6AF24E80}" srcOrd="5" destOrd="0" presId="urn:microsoft.com/office/officeart/2018/2/layout/IconCircleList"/>
    <dgm:cxn modelId="{7700A755-709A-4AA2-9523-6C4A604C07AB}" type="presParOf" srcId="{92A881FB-7393-4BB8-B002-FC906311175B}" destId="{066DFF46-3191-4FED-9A4A-C43C813C7C55}" srcOrd="6" destOrd="0" presId="urn:microsoft.com/office/officeart/2018/2/layout/IconCircleList"/>
    <dgm:cxn modelId="{F4E0C6E8-14CF-4B8E-A315-2623E8567E6D}" type="presParOf" srcId="{066DFF46-3191-4FED-9A4A-C43C813C7C55}" destId="{41302C93-45DA-4AE0-8D89-180DF3D703C4}" srcOrd="0" destOrd="0" presId="urn:microsoft.com/office/officeart/2018/2/layout/IconCircleList"/>
    <dgm:cxn modelId="{FA87D9C0-3983-4B2A-BFA5-000D7A5C7E28}" type="presParOf" srcId="{066DFF46-3191-4FED-9A4A-C43C813C7C55}" destId="{EA67450E-9DA5-4362-B0CF-AF55A04E9C5A}" srcOrd="1" destOrd="0" presId="urn:microsoft.com/office/officeart/2018/2/layout/IconCircleList"/>
    <dgm:cxn modelId="{E934814C-8B27-404C-AF74-689270B9BC68}" type="presParOf" srcId="{066DFF46-3191-4FED-9A4A-C43C813C7C55}" destId="{D06E057F-1BC7-4254-946F-DCCF828F913E}" srcOrd="2" destOrd="0" presId="urn:microsoft.com/office/officeart/2018/2/layout/IconCircleList"/>
    <dgm:cxn modelId="{CDB7008F-E3AB-4BB9-BC01-1E6F6122CFA7}" type="presParOf" srcId="{066DFF46-3191-4FED-9A4A-C43C813C7C55}" destId="{0FF6CBA9-0F32-4547-8A46-460FD493529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B428200-EBDE-45E4-AB7B-0889990478E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0C07A2-D99A-47AB-9C92-8E2702FBF66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Sicurezza </a:t>
          </a:r>
          <a:r>
            <a:rPr lang="it-IT"/>
            <a:t>Asserzioni sul rifiuto di token malformati, revocati o scaduti e verifica accessibilità degli endpoint pubblici.</a:t>
          </a:r>
          <a:endParaRPr lang="en-US"/>
        </a:p>
      </dgm:t>
    </dgm:pt>
    <dgm:pt modelId="{B173C3CD-5F9C-420B-AC72-0FD08A6D1C48}" type="parTrans" cxnId="{86A0A2D3-43FF-4FF3-8F27-8E2F07DC6B40}">
      <dgm:prSet/>
      <dgm:spPr/>
      <dgm:t>
        <a:bodyPr/>
        <a:lstStyle/>
        <a:p>
          <a:endParaRPr lang="en-US"/>
        </a:p>
      </dgm:t>
    </dgm:pt>
    <dgm:pt modelId="{7859E172-B9E8-4D5A-A650-49B4383596C1}" type="sibTrans" cxnId="{86A0A2D3-43FF-4FF3-8F27-8E2F07DC6B40}">
      <dgm:prSet phldrT="1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92B3C85-AFCB-4FA8-A533-A754B9E1B5E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Livello Controller:</a:t>
          </a:r>
          <a:r>
            <a:rPr lang="it-IT"/>
            <a:t> Verifica dei codici di stato HTTP e delle transizioni di stato per catalogo, preferiti e storico viaggi</a:t>
          </a:r>
          <a:endParaRPr lang="en-US"/>
        </a:p>
      </dgm:t>
    </dgm:pt>
    <dgm:pt modelId="{D389F7C6-5021-419F-84D7-23909E12C3B4}" type="parTrans" cxnId="{CDEC6B6C-8748-4046-B92B-7A374EE891D7}">
      <dgm:prSet/>
      <dgm:spPr/>
      <dgm:t>
        <a:bodyPr/>
        <a:lstStyle/>
        <a:p>
          <a:endParaRPr lang="en-US"/>
        </a:p>
      </dgm:t>
    </dgm:pt>
    <dgm:pt modelId="{A6CF2C2F-0FAD-4FA8-B136-3DC4E4F0EEF4}" type="sibTrans" cxnId="{CDEC6B6C-8748-4046-B92B-7A374EE891D7}">
      <dgm:prSet phldrT="2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83D551E-A884-472E-A3DC-18749452FF8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Livello Service :</a:t>
          </a:r>
          <a:r>
            <a:rPr lang="it-IT"/>
            <a:t>Test rigorosi su pubblicazione/modifica consentite solo al proprietario.</a:t>
          </a:r>
        </a:p>
        <a:p>
          <a:pPr>
            <a:lnSpc>
              <a:spcPct val="100000"/>
            </a:lnSpc>
          </a:pPr>
          <a:r>
            <a:rPr lang="it-IT"/>
            <a:t>Validazione dei limiti di generazione algoritmica rispetto dei vincoli temporali previsti.</a:t>
          </a:r>
        </a:p>
      </dgm:t>
    </dgm:pt>
    <dgm:pt modelId="{3D8D6EAB-76E0-4DAC-A9A6-BC3332F16167}" type="parTrans" cxnId="{6190F9E7-85F1-4AD6-BFFA-0AF72171A8EB}">
      <dgm:prSet/>
      <dgm:spPr/>
      <dgm:t>
        <a:bodyPr/>
        <a:lstStyle/>
        <a:p>
          <a:endParaRPr lang="en-US"/>
        </a:p>
      </dgm:t>
    </dgm:pt>
    <dgm:pt modelId="{F381A3C5-5066-4B4F-AD5C-5F1F50C06B7B}" type="sibTrans" cxnId="{6190F9E7-85F1-4AD6-BFFA-0AF72171A8EB}">
      <dgm:prSet phldrT="4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2ACE56E-75FD-4F3F-9A86-5FBD5704B912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Verifica della corretta persistenza nel database delle modifiche alle tappe.</a:t>
          </a:r>
          <a:endParaRPr lang="en-US"/>
        </a:p>
      </dgm:t>
    </dgm:pt>
    <dgm:pt modelId="{3F67139C-85D3-4FA0-B50E-4E4C1E635E26}" type="parTrans" cxnId="{1029E479-6CD6-41B9-8DFF-33035B55734E}">
      <dgm:prSet/>
      <dgm:spPr/>
      <dgm:t>
        <a:bodyPr/>
        <a:lstStyle/>
        <a:p>
          <a:endParaRPr lang="it-IT"/>
        </a:p>
      </dgm:t>
    </dgm:pt>
    <dgm:pt modelId="{CF9A6121-9214-4977-A7F2-C61B9A5EE172}" type="sibTrans" cxnId="{1029E479-6CD6-41B9-8DFF-33035B55734E}">
      <dgm:prSet/>
      <dgm:spPr/>
      <dgm:t>
        <a:bodyPr/>
        <a:lstStyle/>
        <a:p>
          <a:endParaRPr lang="it-IT"/>
        </a:p>
      </dgm:t>
    </dgm:pt>
    <dgm:pt modelId="{8D80A68B-3B10-46D6-960A-7586AECF56E8}" type="pres">
      <dgm:prSet presAssocID="{3B428200-EBDE-45E4-AB7B-0889990478ED}" presName="root" presStyleCnt="0">
        <dgm:presLayoutVars>
          <dgm:dir/>
          <dgm:resizeHandles val="exact"/>
        </dgm:presLayoutVars>
      </dgm:prSet>
      <dgm:spPr/>
    </dgm:pt>
    <dgm:pt modelId="{92A881FB-7393-4BB8-B002-FC906311175B}" type="pres">
      <dgm:prSet presAssocID="{3B428200-EBDE-45E4-AB7B-0889990478ED}" presName="container" presStyleCnt="0">
        <dgm:presLayoutVars>
          <dgm:dir/>
          <dgm:resizeHandles val="exact"/>
        </dgm:presLayoutVars>
      </dgm:prSet>
      <dgm:spPr/>
    </dgm:pt>
    <dgm:pt modelId="{09D49F81-3D9E-41F5-9E6C-BD6D73D88B18}" type="pres">
      <dgm:prSet presAssocID="{270C07A2-D99A-47AB-9C92-8E2702FBF663}" presName="compNode" presStyleCnt="0"/>
      <dgm:spPr/>
    </dgm:pt>
    <dgm:pt modelId="{41EBF7D5-0FE9-40B4-8E59-5A20A58668A9}" type="pres">
      <dgm:prSet presAssocID="{270C07A2-D99A-47AB-9C92-8E2702FBF663}" presName="iconBgRect" presStyleLbl="bgShp" presStyleIdx="0" presStyleCnt="4"/>
      <dgm:spPr/>
    </dgm:pt>
    <dgm:pt modelId="{8BB45047-107B-49F8-82BD-E91F6EBAA16D}" type="pres">
      <dgm:prSet presAssocID="{270C07A2-D99A-47AB-9C92-8E2702FBF66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cca"/>
        </a:ext>
      </dgm:extLst>
    </dgm:pt>
    <dgm:pt modelId="{E7C210BF-6F8A-4FDE-95AE-966456447741}" type="pres">
      <dgm:prSet presAssocID="{270C07A2-D99A-47AB-9C92-8E2702FBF663}" presName="spaceRect" presStyleCnt="0"/>
      <dgm:spPr/>
    </dgm:pt>
    <dgm:pt modelId="{E4332808-F803-48B2-91E0-23876E64BD1B}" type="pres">
      <dgm:prSet presAssocID="{270C07A2-D99A-47AB-9C92-8E2702FBF663}" presName="textRect" presStyleLbl="revTx" presStyleIdx="0" presStyleCnt="4">
        <dgm:presLayoutVars>
          <dgm:chMax val="1"/>
          <dgm:chPref val="1"/>
        </dgm:presLayoutVars>
      </dgm:prSet>
      <dgm:spPr/>
    </dgm:pt>
    <dgm:pt modelId="{D9DE4B9E-2797-4C65-B623-5CBE7E5DBBEB}" type="pres">
      <dgm:prSet presAssocID="{7859E172-B9E8-4D5A-A650-49B4383596C1}" presName="sibTrans" presStyleLbl="sibTrans2D1" presStyleIdx="0" presStyleCnt="0"/>
      <dgm:spPr/>
    </dgm:pt>
    <dgm:pt modelId="{94424DBE-7AE1-4D69-854D-4CDA92F7C006}" type="pres">
      <dgm:prSet presAssocID="{692B3C85-AFCB-4FA8-A533-A754B9E1B5E0}" presName="compNode" presStyleCnt="0"/>
      <dgm:spPr/>
    </dgm:pt>
    <dgm:pt modelId="{6A349E36-72CF-4A94-A213-E17F5D19ED97}" type="pres">
      <dgm:prSet presAssocID="{692B3C85-AFCB-4FA8-A533-A754B9E1B5E0}" presName="iconBgRect" presStyleLbl="bgShp" presStyleIdx="1" presStyleCnt="4"/>
      <dgm:spPr/>
    </dgm:pt>
    <dgm:pt modelId="{4ECE9F00-0E08-463C-BA1D-50F5D5CEA531}" type="pres">
      <dgm:prSet presAssocID="{692B3C85-AFCB-4FA8-A533-A754B9E1B5E0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iferica di gioco con riempimento a tinta unita"/>
        </a:ext>
      </dgm:extLst>
    </dgm:pt>
    <dgm:pt modelId="{95587293-6E1C-49AE-8CA6-542784616697}" type="pres">
      <dgm:prSet presAssocID="{692B3C85-AFCB-4FA8-A533-A754B9E1B5E0}" presName="spaceRect" presStyleCnt="0"/>
      <dgm:spPr/>
    </dgm:pt>
    <dgm:pt modelId="{2752BB34-16AB-4A3D-AB76-9EE5F5EA62A5}" type="pres">
      <dgm:prSet presAssocID="{692B3C85-AFCB-4FA8-A533-A754B9E1B5E0}" presName="textRect" presStyleLbl="revTx" presStyleIdx="1" presStyleCnt="4">
        <dgm:presLayoutVars>
          <dgm:chMax val="1"/>
          <dgm:chPref val="1"/>
        </dgm:presLayoutVars>
      </dgm:prSet>
      <dgm:spPr/>
    </dgm:pt>
    <dgm:pt modelId="{C64AD57B-844E-4219-AFE9-3873FB791E8D}" type="pres">
      <dgm:prSet presAssocID="{A6CF2C2F-0FAD-4FA8-B136-3DC4E4F0EEF4}" presName="sibTrans" presStyleLbl="sibTrans2D1" presStyleIdx="0" presStyleCnt="0"/>
      <dgm:spPr/>
    </dgm:pt>
    <dgm:pt modelId="{066DFF46-3191-4FED-9A4A-C43C813C7C55}" type="pres">
      <dgm:prSet presAssocID="{A83D551E-A884-472E-A3DC-18749452FF81}" presName="compNode" presStyleCnt="0"/>
      <dgm:spPr/>
    </dgm:pt>
    <dgm:pt modelId="{41302C93-45DA-4AE0-8D89-180DF3D703C4}" type="pres">
      <dgm:prSet presAssocID="{A83D551E-A884-472E-A3DC-18749452FF81}" presName="iconBgRect" presStyleLbl="bgShp" presStyleIdx="2" presStyleCnt="4"/>
      <dgm:spPr/>
    </dgm:pt>
    <dgm:pt modelId="{EA67450E-9DA5-4362-B0CF-AF55A04E9C5A}" type="pres">
      <dgm:prSet presAssocID="{A83D551E-A884-472E-A3DC-18749452FF81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 con riempimento a tinta unita"/>
        </a:ext>
      </dgm:extLst>
    </dgm:pt>
    <dgm:pt modelId="{D06E057F-1BC7-4254-946F-DCCF828F913E}" type="pres">
      <dgm:prSet presAssocID="{A83D551E-A884-472E-A3DC-18749452FF81}" presName="spaceRect" presStyleCnt="0"/>
      <dgm:spPr/>
    </dgm:pt>
    <dgm:pt modelId="{0FF6CBA9-0F32-4547-8A46-460FD4935293}" type="pres">
      <dgm:prSet presAssocID="{A83D551E-A884-472E-A3DC-18749452FF81}" presName="textRect" presStyleLbl="revTx" presStyleIdx="2" presStyleCnt="4">
        <dgm:presLayoutVars>
          <dgm:chMax val="1"/>
          <dgm:chPref val="1"/>
        </dgm:presLayoutVars>
      </dgm:prSet>
      <dgm:spPr/>
    </dgm:pt>
    <dgm:pt modelId="{664FAF04-8EBA-4EE1-A60B-FF055E716FB6}" type="pres">
      <dgm:prSet presAssocID="{F381A3C5-5066-4B4F-AD5C-5F1F50C06B7B}" presName="sibTrans" presStyleLbl="sibTrans2D1" presStyleIdx="0" presStyleCnt="0"/>
      <dgm:spPr/>
    </dgm:pt>
    <dgm:pt modelId="{ACE8EC93-53F9-4D8E-9118-F6E8404B15AA}" type="pres">
      <dgm:prSet presAssocID="{02ACE56E-75FD-4F3F-9A86-5FBD5704B912}" presName="compNode" presStyleCnt="0"/>
      <dgm:spPr/>
    </dgm:pt>
    <dgm:pt modelId="{D29FD583-F09D-4BF0-BF68-C22163194D4B}" type="pres">
      <dgm:prSet presAssocID="{02ACE56E-75FD-4F3F-9A86-5FBD5704B912}" presName="iconBgRect" presStyleLbl="bgShp" presStyleIdx="3" presStyleCnt="4"/>
      <dgm:spPr/>
    </dgm:pt>
    <dgm:pt modelId="{A9755CBF-434B-4869-B877-B0AEFEB95DDF}" type="pres">
      <dgm:prSet presAssocID="{02ACE56E-75FD-4F3F-9A86-5FBD5704B912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 con riempimento a tinta unita"/>
        </a:ext>
      </dgm:extLst>
    </dgm:pt>
    <dgm:pt modelId="{203363B5-3076-4FCD-A01C-8E937EE00DA0}" type="pres">
      <dgm:prSet presAssocID="{02ACE56E-75FD-4F3F-9A86-5FBD5704B912}" presName="spaceRect" presStyleCnt="0"/>
      <dgm:spPr/>
    </dgm:pt>
    <dgm:pt modelId="{B6A5CF7E-877B-457F-BAD5-19D9B8150AFE}" type="pres">
      <dgm:prSet presAssocID="{02ACE56E-75FD-4F3F-9A86-5FBD5704B91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E7F2F0C-A2B3-40EF-AE80-B0D98BDE155C}" type="presOf" srcId="{7859E172-B9E8-4D5A-A650-49B4383596C1}" destId="{D9DE4B9E-2797-4C65-B623-5CBE7E5DBBEB}" srcOrd="0" destOrd="0" presId="urn:microsoft.com/office/officeart/2018/2/layout/IconCircleList"/>
    <dgm:cxn modelId="{CDEC6B6C-8748-4046-B92B-7A374EE891D7}" srcId="{3B428200-EBDE-45E4-AB7B-0889990478ED}" destId="{692B3C85-AFCB-4FA8-A533-A754B9E1B5E0}" srcOrd="1" destOrd="0" parTransId="{D389F7C6-5021-419F-84D7-23909E12C3B4}" sibTransId="{A6CF2C2F-0FAD-4FA8-B136-3DC4E4F0EEF4}"/>
    <dgm:cxn modelId="{0F01D150-C595-4D48-942D-14761908A047}" type="presOf" srcId="{270C07A2-D99A-47AB-9C92-8E2702FBF663}" destId="{E4332808-F803-48B2-91E0-23876E64BD1B}" srcOrd="0" destOrd="0" presId="urn:microsoft.com/office/officeart/2018/2/layout/IconCircleList"/>
    <dgm:cxn modelId="{1029E479-6CD6-41B9-8DFF-33035B55734E}" srcId="{3B428200-EBDE-45E4-AB7B-0889990478ED}" destId="{02ACE56E-75FD-4F3F-9A86-5FBD5704B912}" srcOrd="3" destOrd="0" parTransId="{3F67139C-85D3-4FA0-B50E-4E4C1E635E26}" sibTransId="{CF9A6121-9214-4977-A7F2-C61B9A5EE172}"/>
    <dgm:cxn modelId="{55A2FF84-DAF3-4957-BCBB-BCBDF378D317}" type="presOf" srcId="{F381A3C5-5066-4B4F-AD5C-5F1F50C06B7B}" destId="{664FAF04-8EBA-4EE1-A60B-FF055E716FB6}" srcOrd="0" destOrd="0" presId="urn:microsoft.com/office/officeart/2018/2/layout/IconCircleList"/>
    <dgm:cxn modelId="{BC0E7C8A-A7EB-46BB-BA0C-F5B932D34389}" type="presOf" srcId="{692B3C85-AFCB-4FA8-A533-A754B9E1B5E0}" destId="{2752BB34-16AB-4A3D-AB76-9EE5F5EA62A5}" srcOrd="0" destOrd="0" presId="urn:microsoft.com/office/officeart/2018/2/layout/IconCircleList"/>
    <dgm:cxn modelId="{732994A4-02C2-4E0E-A26B-592182B0D5DD}" type="presOf" srcId="{A6CF2C2F-0FAD-4FA8-B136-3DC4E4F0EEF4}" destId="{C64AD57B-844E-4219-AFE9-3873FB791E8D}" srcOrd="0" destOrd="0" presId="urn:microsoft.com/office/officeart/2018/2/layout/IconCircleList"/>
    <dgm:cxn modelId="{B0A354BB-EDDB-4520-A179-5DC3809A89FB}" type="presOf" srcId="{A83D551E-A884-472E-A3DC-18749452FF81}" destId="{0FF6CBA9-0F32-4547-8A46-460FD4935293}" srcOrd="0" destOrd="0" presId="urn:microsoft.com/office/officeart/2018/2/layout/IconCircleList"/>
    <dgm:cxn modelId="{0A1C23CF-7E58-4F33-A99F-0B242C7BDA04}" type="presOf" srcId="{02ACE56E-75FD-4F3F-9A86-5FBD5704B912}" destId="{B6A5CF7E-877B-457F-BAD5-19D9B8150AFE}" srcOrd="0" destOrd="0" presId="urn:microsoft.com/office/officeart/2018/2/layout/IconCircleList"/>
    <dgm:cxn modelId="{86A0A2D3-43FF-4FF3-8F27-8E2F07DC6B40}" srcId="{3B428200-EBDE-45E4-AB7B-0889990478ED}" destId="{270C07A2-D99A-47AB-9C92-8E2702FBF663}" srcOrd="0" destOrd="0" parTransId="{B173C3CD-5F9C-420B-AC72-0FD08A6D1C48}" sibTransId="{7859E172-B9E8-4D5A-A650-49B4383596C1}"/>
    <dgm:cxn modelId="{6190F9E7-85F1-4AD6-BFFA-0AF72171A8EB}" srcId="{3B428200-EBDE-45E4-AB7B-0889990478ED}" destId="{A83D551E-A884-472E-A3DC-18749452FF81}" srcOrd="2" destOrd="0" parTransId="{3D8D6EAB-76E0-4DAC-A9A6-BC3332F16167}" sibTransId="{F381A3C5-5066-4B4F-AD5C-5F1F50C06B7B}"/>
    <dgm:cxn modelId="{F2714CE9-FD0E-4E3B-B449-B80D619ABBD7}" type="presOf" srcId="{3B428200-EBDE-45E4-AB7B-0889990478ED}" destId="{8D80A68B-3B10-46D6-960A-7586AECF56E8}" srcOrd="0" destOrd="0" presId="urn:microsoft.com/office/officeart/2018/2/layout/IconCircleList"/>
    <dgm:cxn modelId="{4B5AFC54-7E88-41BC-9A6E-F80AC64B1F84}" type="presParOf" srcId="{8D80A68B-3B10-46D6-960A-7586AECF56E8}" destId="{92A881FB-7393-4BB8-B002-FC906311175B}" srcOrd="0" destOrd="0" presId="urn:microsoft.com/office/officeart/2018/2/layout/IconCircleList"/>
    <dgm:cxn modelId="{4BE2D7D8-DBE6-4284-9F3F-B9297E3B4578}" type="presParOf" srcId="{92A881FB-7393-4BB8-B002-FC906311175B}" destId="{09D49F81-3D9E-41F5-9E6C-BD6D73D88B18}" srcOrd="0" destOrd="0" presId="urn:microsoft.com/office/officeart/2018/2/layout/IconCircleList"/>
    <dgm:cxn modelId="{AC98ECF2-C707-4DD7-9AC6-B075D52E41E8}" type="presParOf" srcId="{09D49F81-3D9E-41F5-9E6C-BD6D73D88B18}" destId="{41EBF7D5-0FE9-40B4-8E59-5A20A58668A9}" srcOrd="0" destOrd="0" presId="urn:microsoft.com/office/officeart/2018/2/layout/IconCircleList"/>
    <dgm:cxn modelId="{1A2A4C97-893F-4656-97E6-9C1240F138B9}" type="presParOf" srcId="{09D49F81-3D9E-41F5-9E6C-BD6D73D88B18}" destId="{8BB45047-107B-49F8-82BD-E91F6EBAA16D}" srcOrd="1" destOrd="0" presId="urn:microsoft.com/office/officeart/2018/2/layout/IconCircleList"/>
    <dgm:cxn modelId="{FC3A943E-3106-471B-A51E-14D90F7D48D3}" type="presParOf" srcId="{09D49F81-3D9E-41F5-9E6C-BD6D73D88B18}" destId="{E7C210BF-6F8A-4FDE-95AE-966456447741}" srcOrd="2" destOrd="0" presId="urn:microsoft.com/office/officeart/2018/2/layout/IconCircleList"/>
    <dgm:cxn modelId="{9FA3EA07-8D20-49FB-95EB-D51BF74EF564}" type="presParOf" srcId="{09D49F81-3D9E-41F5-9E6C-BD6D73D88B18}" destId="{E4332808-F803-48B2-91E0-23876E64BD1B}" srcOrd="3" destOrd="0" presId="urn:microsoft.com/office/officeart/2018/2/layout/IconCircleList"/>
    <dgm:cxn modelId="{E398A799-9968-42CB-BEAD-ADBA456293BB}" type="presParOf" srcId="{92A881FB-7393-4BB8-B002-FC906311175B}" destId="{D9DE4B9E-2797-4C65-B623-5CBE7E5DBBEB}" srcOrd="1" destOrd="0" presId="urn:microsoft.com/office/officeart/2018/2/layout/IconCircleList"/>
    <dgm:cxn modelId="{B7D1D4D7-6AD0-4BEF-88A4-635DC86EDE07}" type="presParOf" srcId="{92A881FB-7393-4BB8-B002-FC906311175B}" destId="{94424DBE-7AE1-4D69-854D-4CDA92F7C006}" srcOrd="2" destOrd="0" presId="urn:microsoft.com/office/officeart/2018/2/layout/IconCircleList"/>
    <dgm:cxn modelId="{563D9714-5F3F-4D71-BAC3-43FCA63EB3A3}" type="presParOf" srcId="{94424DBE-7AE1-4D69-854D-4CDA92F7C006}" destId="{6A349E36-72CF-4A94-A213-E17F5D19ED97}" srcOrd="0" destOrd="0" presId="urn:microsoft.com/office/officeart/2018/2/layout/IconCircleList"/>
    <dgm:cxn modelId="{16D8B53F-04AC-42DB-B016-4ABA067895DB}" type="presParOf" srcId="{94424DBE-7AE1-4D69-854D-4CDA92F7C006}" destId="{4ECE9F00-0E08-463C-BA1D-50F5D5CEA531}" srcOrd="1" destOrd="0" presId="urn:microsoft.com/office/officeart/2018/2/layout/IconCircleList"/>
    <dgm:cxn modelId="{C1763687-D03B-4435-B764-0466012A2ACC}" type="presParOf" srcId="{94424DBE-7AE1-4D69-854D-4CDA92F7C006}" destId="{95587293-6E1C-49AE-8CA6-542784616697}" srcOrd="2" destOrd="0" presId="urn:microsoft.com/office/officeart/2018/2/layout/IconCircleList"/>
    <dgm:cxn modelId="{7E6CFD10-65CF-4D11-8864-D0A76978804A}" type="presParOf" srcId="{94424DBE-7AE1-4D69-854D-4CDA92F7C006}" destId="{2752BB34-16AB-4A3D-AB76-9EE5F5EA62A5}" srcOrd="3" destOrd="0" presId="urn:microsoft.com/office/officeart/2018/2/layout/IconCircleList"/>
    <dgm:cxn modelId="{B5667C08-DAC9-46B8-8219-A8B228E3F10F}" type="presParOf" srcId="{92A881FB-7393-4BB8-B002-FC906311175B}" destId="{C64AD57B-844E-4219-AFE9-3873FB791E8D}" srcOrd="3" destOrd="0" presId="urn:microsoft.com/office/officeart/2018/2/layout/IconCircleList"/>
    <dgm:cxn modelId="{C12FD314-52A6-4081-A821-8E14C06EFEBB}" type="presParOf" srcId="{92A881FB-7393-4BB8-B002-FC906311175B}" destId="{066DFF46-3191-4FED-9A4A-C43C813C7C55}" srcOrd="4" destOrd="0" presId="urn:microsoft.com/office/officeart/2018/2/layout/IconCircleList"/>
    <dgm:cxn modelId="{846D562F-42FA-4409-A57C-2E5FCA5E6C81}" type="presParOf" srcId="{066DFF46-3191-4FED-9A4A-C43C813C7C55}" destId="{41302C93-45DA-4AE0-8D89-180DF3D703C4}" srcOrd="0" destOrd="0" presId="urn:microsoft.com/office/officeart/2018/2/layout/IconCircleList"/>
    <dgm:cxn modelId="{50BB1394-EB9D-449A-8878-B03AACD0DE06}" type="presParOf" srcId="{066DFF46-3191-4FED-9A4A-C43C813C7C55}" destId="{EA67450E-9DA5-4362-B0CF-AF55A04E9C5A}" srcOrd="1" destOrd="0" presId="urn:microsoft.com/office/officeart/2018/2/layout/IconCircleList"/>
    <dgm:cxn modelId="{52448818-9AD7-4AD4-99BB-4606F59718E7}" type="presParOf" srcId="{066DFF46-3191-4FED-9A4A-C43C813C7C55}" destId="{D06E057F-1BC7-4254-946F-DCCF828F913E}" srcOrd="2" destOrd="0" presId="urn:microsoft.com/office/officeart/2018/2/layout/IconCircleList"/>
    <dgm:cxn modelId="{894D187D-1B6B-4489-ACD4-8F38AA267E42}" type="presParOf" srcId="{066DFF46-3191-4FED-9A4A-C43C813C7C55}" destId="{0FF6CBA9-0F32-4547-8A46-460FD4935293}" srcOrd="3" destOrd="0" presId="urn:microsoft.com/office/officeart/2018/2/layout/IconCircleList"/>
    <dgm:cxn modelId="{18BFF539-0044-4B7C-87C2-1AAB9D286945}" type="presParOf" srcId="{92A881FB-7393-4BB8-B002-FC906311175B}" destId="{664FAF04-8EBA-4EE1-A60B-FF055E716FB6}" srcOrd="5" destOrd="0" presId="urn:microsoft.com/office/officeart/2018/2/layout/IconCircleList"/>
    <dgm:cxn modelId="{97A1C8C4-7DDE-4C11-9A08-4D64A17545D6}" type="presParOf" srcId="{92A881FB-7393-4BB8-B002-FC906311175B}" destId="{ACE8EC93-53F9-4D8E-9118-F6E8404B15AA}" srcOrd="6" destOrd="0" presId="urn:microsoft.com/office/officeart/2018/2/layout/IconCircleList"/>
    <dgm:cxn modelId="{2D643297-2036-4EE5-B4E3-6973C205C0EA}" type="presParOf" srcId="{ACE8EC93-53F9-4D8E-9118-F6E8404B15AA}" destId="{D29FD583-F09D-4BF0-BF68-C22163194D4B}" srcOrd="0" destOrd="0" presId="urn:microsoft.com/office/officeart/2018/2/layout/IconCircleList"/>
    <dgm:cxn modelId="{788AB10A-F368-40CF-B9C8-5082FC990B25}" type="presParOf" srcId="{ACE8EC93-53F9-4D8E-9118-F6E8404B15AA}" destId="{A9755CBF-434B-4869-B877-B0AEFEB95DDF}" srcOrd="1" destOrd="0" presId="urn:microsoft.com/office/officeart/2018/2/layout/IconCircleList"/>
    <dgm:cxn modelId="{B3A85C77-80ED-439F-8F3C-2262A671341A}" type="presParOf" srcId="{ACE8EC93-53F9-4D8E-9118-F6E8404B15AA}" destId="{203363B5-3076-4FCD-A01C-8E937EE00DA0}" srcOrd="2" destOrd="0" presId="urn:microsoft.com/office/officeart/2018/2/layout/IconCircleList"/>
    <dgm:cxn modelId="{F0DA12EC-5357-48BA-B957-C1EAA6BD783D}" type="presParOf" srcId="{ACE8EC93-53F9-4D8E-9118-F6E8404B15AA}" destId="{B6A5CF7E-877B-457F-BAD5-19D9B8150AF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B428200-EBDE-45E4-AB7B-0889990478E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0C07A2-D99A-47AB-9C92-8E2702FBF66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Profilo Utente:</a:t>
          </a:r>
          <a:r>
            <a:rPr lang="it-IT"/>
            <a:t> Test sulle operazioni CRUD e sull'eliminazione account con rimozione a cascata dei dati correlati.</a:t>
          </a:r>
          <a:endParaRPr lang="en-US"/>
        </a:p>
      </dgm:t>
    </dgm:pt>
    <dgm:pt modelId="{B173C3CD-5F9C-420B-AC72-0FD08A6D1C48}" type="parTrans" cxnId="{86A0A2D3-43FF-4FF3-8F27-8E2F07DC6B40}">
      <dgm:prSet/>
      <dgm:spPr/>
      <dgm:t>
        <a:bodyPr/>
        <a:lstStyle/>
        <a:p>
          <a:endParaRPr lang="en-US"/>
        </a:p>
      </dgm:t>
    </dgm:pt>
    <dgm:pt modelId="{7859E172-B9E8-4D5A-A650-49B4383596C1}" type="sibTrans" cxnId="{86A0A2D3-43FF-4FF3-8F27-8E2F07DC6B40}">
      <dgm:prSet phldrT="1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92B3C85-AFCB-4FA8-A533-A754B9E1B5E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Servizi Accessori:</a:t>
          </a:r>
          <a:endParaRPr lang="it-IT"/>
        </a:p>
        <a:p>
          <a:pPr>
            <a:lnSpc>
              <a:spcPct val="100000"/>
            </a:lnSpc>
          </a:pPr>
          <a:r>
            <a:rPr lang="it-IT"/>
            <a:t>Test di generazione PDF, inclusa la gestione di </a:t>
          </a:r>
          <a:r>
            <a:rPr lang="it-IT" i="1" err="1"/>
            <a:t>edge</a:t>
          </a:r>
          <a:r>
            <a:rPr lang="it-IT" i="1"/>
            <a:t> </a:t>
          </a:r>
          <a:r>
            <a:rPr lang="it-IT" i="1" err="1"/>
            <a:t>cases</a:t>
          </a:r>
          <a:r>
            <a:rPr lang="it-IT"/>
            <a:t> (es. monumento inesistente).</a:t>
          </a:r>
          <a:endParaRPr lang="en-US"/>
        </a:p>
      </dgm:t>
    </dgm:pt>
    <dgm:pt modelId="{D389F7C6-5021-419F-84D7-23909E12C3B4}" type="parTrans" cxnId="{CDEC6B6C-8748-4046-B92B-7A374EE891D7}">
      <dgm:prSet/>
      <dgm:spPr/>
      <dgm:t>
        <a:bodyPr/>
        <a:lstStyle/>
        <a:p>
          <a:endParaRPr lang="en-US"/>
        </a:p>
      </dgm:t>
    </dgm:pt>
    <dgm:pt modelId="{A6CF2C2F-0FAD-4FA8-B136-3DC4E4F0EEF4}" type="sibTrans" cxnId="{CDEC6B6C-8748-4046-B92B-7A374EE891D7}">
      <dgm:prSet phldrT="2" phldr="0"/>
      <dgm:spPr/>
      <dgm:t>
        <a:bodyPr/>
        <a:lstStyle/>
        <a:p>
          <a:endParaRPr lang="en-US"/>
        </a:p>
      </dgm:t>
    </dgm:pt>
    <dgm:pt modelId="{733AC441-FE79-412F-BAB4-9D6248A06DC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Motore di Ottimizzazione:</a:t>
          </a:r>
          <a:endParaRPr lang="it-IT"/>
        </a:p>
        <a:p>
          <a:pPr>
            <a:lnSpc>
              <a:spcPct val="100000"/>
            </a:lnSpc>
          </a:pPr>
          <a:r>
            <a:rPr lang="it-IT"/>
            <a:t>Validazione matematica e verifica della simmetria nelle matrici di distanza. Test di correttezza geometrica sulle tratte calcolate tramite integrazione con </a:t>
          </a:r>
          <a:r>
            <a:rPr lang="it-IT" i="1" err="1"/>
            <a:t>GraphHopper</a:t>
          </a:r>
          <a:r>
            <a:rPr lang="it-IT" b="0" i="0" baseline="0"/>
            <a:t>.</a:t>
          </a:r>
          <a:endParaRPr lang="en-US" i="0"/>
        </a:p>
      </dgm:t>
    </dgm:pt>
    <dgm:pt modelId="{E1924BE2-97F7-4AF1-803C-E0FFAF2D4BA7}" type="parTrans" cxnId="{D33D4455-7718-45C4-98B8-B82CC81D3437}">
      <dgm:prSet/>
      <dgm:spPr/>
      <dgm:t>
        <a:bodyPr/>
        <a:lstStyle/>
        <a:p>
          <a:endParaRPr lang="en-US"/>
        </a:p>
      </dgm:t>
    </dgm:pt>
    <dgm:pt modelId="{AF9F6803-0A99-41CE-8ACF-20FF300082A5}" type="sibTrans" cxnId="{D33D4455-7718-45C4-98B8-B82CC81D3437}">
      <dgm:prSet phldrT="3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D80A68B-3B10-46D6-960A-7586AECF56E8}" type="pres">
      <dgm:prSet presAssocID="{3B428200-EBDE-45E4-AB7B-0889990478ED}" presName="root" presStyleCnt="0">
        <dgm:presLayoutVars>
          <dgm:dir/>
          <dgm:resizeHandles val="exact"/>
        </dgm:presLayoutVars>
      </dgm:prSet>
      <dgm:spPr/>
    </dgm:pt>
    <dgm:pt modelId="{92A881FB-7393-4BB8-B002-FC906311175B}" type="pres">
      <dgm:prSet presAssocID="{3B428200-EBDE-45E4-AB7B-0889990478ED}" presName="container" presStyleCnt="0">
        <dgm:presLayoutVars>
          <dgm:dir/>
          <dgm:resizeHandles val="exact"/>
        </dgm:presLayoutVars>
      </dgm:prSet>
      <dgm:spPr/>
    </dgm:pt>
    <dgm:pt modelId="{09D49F81-3D9E-41F5-9E6C-BD6D73D88B18}" type="pres">
      <dgm:prSet presAssocID="{270C07A2-D99A-47AB-9C92-8E2702FBF663}" presName="compNode" presStyleCnt="0"/>
      <dgm:spPr/>
    </dgm:pt>
    <dgm:pt modelId="{41EBF7D5-0FE9-40B4-8E59-5A20A58668A9}" type="pres">
      <dgm:prSet presAssocID="{270C07A2-D99A-47AB-9C92-8E2702FBF663}" presName="iconBgRect" presStyleLbl="bgShp" presStyleIdx="0" presStyleCnt="3"/>
      <dgm:spPr/>
    </dgm:pt>
    <dgm:pt modelId="{8BB45047-107B-49F8-82BD-E91F6EBAA16D}" type="pres">
      <dgm:prSet presAssocID="{270C07A2-D99A-47AB-9C92-8E2702FBF663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ente con riempimento a tinta unita"/>
        </a:ext>
      </dgm:extLst>
    </dgm:pt>
    <dgm:pt modelId="{E7C210BF-6F8A-4FDE-95AE-966456447741}" type="pres">
      <dgm:prSet presAssocID="{270C07A2-D99A-47AB-9C92-8E2702FBF663}" presName="spaceRect" presStyleCnt="0"/>
      <dgm:spPr/>
    </dgm:pt>
    <dgm:pt modelId="{E4332808-F803-48B2-91E0-23876E64BD1B}" type="pres">
      <dgm:prSet presAssocID="{270C07A2-D99A-47AB-9C92-8E2702FBF663}" presName="textRect" presStyleLbl="revTx" presStyleIdx="0" presStyleCnt="3">
        <dgm:presLayoutVars>
          <dgm:chMax val="1"/>
          <dgm:chPref val="1"/>
        </dgm:presLayoutVars>
      </dgm:prSet>
      <dgm:spPr/>
    </dgm:pt>
    <dgm:pt modelId="{D9DE4B9E-2797-4C65-B623-5CBE7E5DBBEB}" type="pres">
      <dgm:prSet presAssocID="{7859E172-B9E8-4D5A-A650-49B4383596C1}" presName="sibTrans" presStyleLbl="sibTrans2D1" presStyleIdx="0" presStyleCnt="0"/>
      <dgm:spPr/>
    </dgm:pt>
    <dgm:pt modelId="{1E714D4B-550D-45E8-AAE8-A3335E714136}" type="pres">
      <dgm:prSet presAssocID="{733AC441-FE79-412F-BAB4-9D6248A06DC9}" presName="compNode" presStyleCnt="0"/>
      <dgm:spPr/>
    </dgm:pt>
    <dgm:pt modelId="{99F90BD1-AD4D-4BFA-A403-E172EB7E336D}" type="pres">
      <dgm:prSet presAssocID="{733AC441-FE79-412F-BAB4-9D6248A06DC9}" presName="iconBgRect" presStyleLbl="bgShp" presStyleIdx="1" presStyleCnt="3"/>
      <dgm:spPr/>
    </dgm:pt>
    <dgm:pt modelId="{62F1232D-8C9B-47D0-B2A4-DD9BF9F064C5}" type="pres">
      <dgm:prSet presAssocID="{733AC441-FE79-412F-BAB4-9D6248A06DC9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pa del tesoro con riempimento a tinta unita"/>
        </a:ext>
      </dgm:extLst>
    </dgm:pt>
    <dgm:pt modelId="{5EE31257-ACF9-44A2-B199-E21FE0483F84}" type="pres">
      <dgm:prSet presAssocID="{733AC441-FE79-412F-BAB4-9D6248A06DC9}" presName="spaceRect" presStyleCnt="0"/>
      <dgm:spPr/>
    </dgm:pt>
    <dgm:pt modelId="{8E641B2E-FD2C-4C79-A457-7175AA526299}" type="pres">
      <dgm:prSet presAssocID="{733AC441-FE79-412F-BAB4-9D6248A06DC9}" presName="textRect" presStyleLbl="revTx" presStyleIdx="1" presStyleCnt="3">
        <dgm:presLayoutVars>
          <dgm:chMax val="1"/>
          <dgm:chPref val="1"/>
        </dgm:presLayoutVars>
      </dgm:prSet>
      <dgm:spPr/>
    </dgm:pt>
    <dgm:pt modelId="{B73AD66D-580B-4D30-ABC2-CA71600F0C70}" type="pres">
      <dgm:prSet presAssocID="{AF9F6803-0A99-41CE-8ACF-20FF300082A5}" presName="sibTrans" presStyleLbl="sibTrans2D1" presStyleIdx="0" presStyleCnt="0"/>
      <dgm:spPr/>
    </dgm:pt>
    <dgm:pt modelId="{94424DBE-7AE1-4D69-854D-4CDA92F7C006}" type="pres">
      <dgm:prSet presAssocID="{692B3C85-AFCB-4FA8-A533-A754B9E1B5E0}" presName="compNode" presStyleCnt="0"/>
      <dgm:spPr/>
    </dgm:pt>
    <dgm:pt modelId="{6A349E36-72CF-4A94-A213-E17F5D19ED97}" type="pres">
      <dgm:prSet presAssocID="{692B3C85-AFCB-4FA8-A533-A754B9E1B5E0}" presName="iconBgRect" presStyleLbl="bgShp" presStyleIdx="2" presStyleCnt="3"/>
      <dgm:spPr/>
    </dgm:pt>
    <dgm:pt modelId="{4ECE9F00-0E08-463C-BA1D-50F5D5CEA531}" type="pres">
      <dgm:prSet presAssocID="{692B3C85-AFCB-4FA8-A533-A754B9E1B5E0}" presName="iconRect" presStyleLbl="node1" presStyleIdx="2" presStyleCnt="3" custLinFactNeighborX="-2059" custLinFactNeighborY="146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 con riempimento a tinta unita"/>
        </a:ext>
      </dgm:extLst>
    </dgm:pt>
    <dgm:pt modelId="{95587293-6E1C-49AE-8CA6-542784616697}" type="pres">
      <dgm:prSet presAssocID="{692B3C85-AFCB-4FA8-A533-A754B9E1B5E0}" presName="spaceRect" presStyleCnt="0"/>
      <dgm:spPr/>
    </dgm:pt>
    <dgm:pt modelId="{2752BB34-16AB-4A3D-AB76-9EE5F5EA62A5}" type="pres">
      <dgm:prSet presAssocID="{692B3C85-AFCB-4FA8-A533-A754B9E1B5E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EB57631-1678-4151-AD4F-3150771DAC5B}" type="presOf" srcId="{7859E172-B9E8-4D5A-A650-49B4383596C1}" destId="{D9DE4B9E-2797-4C65-B623-5CBE7E5DBBEB}" srcOrd="0" destOrd="0" presId="urn:microsoft.com/office/officeart/2018/2/layout/IconCircleList"/>
    <dgm:cxn modelId="{CDEC6B6C-8748-4046-B92B-7A374EE891D7}" srcId="{3B428200-EBDE-45E4-AB7B-0889990478ED}" destId="{692B3C85-AFCB-4FA8-A533-A754B9E1B5E0}" srcOrd="2" destOrd="0" parTransId="{D389F7C6-5021-419F-84D7-23909E12C3B4}" sibTransId="{A6CF2C2F-0FAD-4FA8-B136-3DC4E4F0EEF4}"/>
    <dgm:cxn modelId="{D33D4455-7718-45C4-98B8-B82CC81D3437}" srcId="{3B428200-EBDE-45E4-AB7B-0889990478ED}" destId="{733AC441-FE79-412F-BAB4-9D6248A06DC9}" srcOrd="1" destOrd="0" parTransId="{E1924BE2-97F7-4AF1-803C-E0FFAF2D4BA7}" sibTransId="{AF9F6803-0A99-41CE-8ACF-20FF300082A5}"/>
    <dgm:cxn modelId="{68BB2DB1-1585-4E1E-8B1D-5C9438AE9BAA}" type="presOf" srcId="{AF9F6803-0A99-41CE-8ACF-20FF300082A5}" destId="{B73AD66D-580B-4D30-ABC2-CA71600F0C70}" srcOrd="0" destOrd="0" presId="urn:microsoft.com/office/officeart/2018/2/layout/IconCircleList"/>
    <dgm:cxn modelId="{4175D0CD-6455-4EED-AF54-75EFDA42ED12}" type="presOf" srcId="{270C07A2-D99A-47AB-9C92-8E2702FBF663}" destId="{E4332808-F803-48B2-91E0-23876E64BD1B}" srcOrd="0" destOrd="0" presId="urn:microsoft.com/office/officeart/2018/2/layout/IconCircleList"/>
    <dgm:cxn modelId="{945D4DD1-04E0-4BDF-85E9-54CEE1A1C433}" type="presOf" srcId="{692B3C85-AFCB-4FA8-A533-A754B9E1B5E0}" destId="{2752BB34-16AB-4A3D-AB76-9EE5F5EA62A5}" srcOrd="0" destOrd="0" presId="urn:microsoft.com/office/officeart/2018/2/layout/IconCircleList"/>
    <dgm:cxn modelId="{86A0A2D3-43FF-4FF3-8F27-8E2F07DC6B40}" srcId="{3B428200-EBDE-45E4-AB7B-0889990478ED}" destId="{270C07A2-D99A-47AB-9C92-8E2702FBF663}" srcOrd="0" destOrd="0" parTransId="{B173C3CD-5F9C-420B-AC72-0FD08A6D1C48}" sibTransId="{7859E172-B9E8-4D5A-A650-49B4383596C1}"/>
    <dgm:cxn modelId="{F2714CE9-FD0E-4E3B-B449-B80D619ABBD7}" type="presOf" srcId="{3B428200-EBDE-45E4-AB7B-0889990478ED}" destId="{8D80A68B-3B10-46D6-960A-7586AECF56E8}" srcOrd="0" destOrd="0" presId="urn:microsoft.com/office/officeart/2018/2/layout/IconCircleList"/>
    <dgm:cxn modelId="{C07863FB-A8C2-4EBF-85B3-BAF194A77A72}" type="presOf" srcId="{733AC441-FE79-412F-BAB4-9D6248A06DC9}" destId="{8E641B2E-FD2C-4C79-A457-7175AA526299}" srcOrd="0" destOrd="0" presId="urn:microsoft.com/office/officeart/2018/2/layout/IconCircleList"/>
    <dgm:cxn modelId="{729FC1DB-67D5-4DD8-863E-E2FDD0EE7792}" type="presParOf" srcId="{8D80A68B-3B10-46D6-960A-7586AECF56E8}" destId="{92A881FB-7393-4BB8-B002-FC906311175B}" srcOrd="0" destOrd="0" presId="urn:microsoft.com/office/officeart/2018/2/layout/IconCircleList"/>
    <dgm:cxn modelId="{5689B69B-E3D0-4AF9-B0F2-480C83335F27}" type="presParOf" srcId="{92A881FB-7393-4BB8-B002-FC906311175B}" destId="{09D49F81-3D9E-41F5-9E6C-BD6D73D88B18}" srcOrd="0" destOrd="0" presId="urn:microsoft.com/office/officeart/2018/2/layout/IconCircleList"/>
    <dgm:cxn modelId="{71EDE004-E41B-4A07-AD09-C6C42AF04C6C}" type="presParOf" srcId="{09D49F81-3D9E-41F5-9E6C-BD6D73D88B18}" destId="{41EBF7D5-0FE9-40B4-8E59-5A20A58668A9}" srcOrd="0" destOrd="0" presId="urn:microsoft.com/office/officeart/2018/2/layout/IconCircleList"/>
    <dgm:cxn modelId="{1A5A2754-2FE9-4DBB-904E-2EA8C24E29BA}" type="presParOf" srcId="{09D49F81-3D9E-41F5-9E6C-BD6D73D88B18}" destId="{8BB45047-107B-49F8-82BD-E91F6EBAA16D}" srcOrd="1" destOrd="0" presId="urn:microsoft.com/office/officeart/2018/2/layout/IconCircleList"/>
    <dgm:cxn modelId="{00D58722-9B83-493C-A0AD-AA816AB864F6}" type="presParOf" srcId="{09D49F81-3D9E-41F5-9E6C-BD6D73D88B18}" destId="{E7C210BF-6F8A-4FDE-95AE-966456447741}" srcOrd="2" destOrd="0" presId="urn:microsoft.com/office/officeart/2018/2/layout/IconCircleList"/>
    <dgm:cxn modelId="{400F68C2-46F5-4261-A119-E84EA0629FFD}" type="presParOf" srcId="{09D49F81-3D9E-41F5-9E6C-BD6D73D88B18}" destId="{E4332808-F803-48B2-91E0-23876E64BD1B}" srcOrd="3" destOrd="0" presId="urn:microsoft.com/office/officeart/2018/2/layout/IconCircleList"/>
    <dgm:cxn modelId="{CBEB9AFB-E134-46DB-8289-0EF4A705A976}" type="presParOf" srcId="{92A881FB-7393-4BB8-B002-FC906311175B}" destId="{D9DE4B9E-2797-4C65-B623-5CBE7E5DBBEB}" srcOrd="1" destOrd="0" presId="urn:microsoft.com/office/officeart/2018/2/layout/IconCircleList"/>
    <dgm:cxn modelId="{D0043E9A-416E-441B-952E-A13336648165}" type="presParOf" srcId="{92A881FB-7393-4BB8-B002-FC906311175B}" destId="{1E714D4B-550D-45E8-AAE8-A3335E714136}" srcOrd="2" destOrd="0" presId="urn:microsoft.com/office/officeart/2018/2/layout/IconCircleList"/>
    <dgm:cxn modelId="{398E63DA-17CD-4E42-8502-194F4965EEC5}" type="presParOf" srcId="{1E714D4B-550D-45E8-AAE8-A3335E714136}" destId="{99F90BD1-AD4D-4BFA-A403-E172EB7E336D}" srcOrd="0" destOrd="0" presId="urn:microsoft.com/office/officeart/2018/2/layout/IconCircleList"/>
    <dgm:cxn modelId="{FCF33AC0-B398-42A4-A95D-188639B30C10}" type="presParOf" srcId="{1E714D4B-550D-45E8-AAE8-A3335E714136}" destId="{62F1232D-8C9B-47D0-B2A4-DD9BF9F064C5}" srcOrd="1" destOrd="0" presId="urn:microsoft.com/office/officeart/2018/2/layout/IconCircleList"/>
    <dgm:cxn modelId="{67E00A8F-9E6B-40B4-A2BC-97AC9807B04C}" type="presParOf" srcId="{1E714D4B-550D-45E8-AAE8-A3335E714136}" destId="{5EE31257-ACF9-44A2-B199-E21FE0483F84}" srcOrd="2" destOrd="0" presId="urn:microsoft.com/office/officeart/2018/2/layout/IconCircleList"/>
    <dgm:cxn modelId="{06AF7D78-2AE0-4842-AA33-E7DF7B78D8F1}" type="presParOf" srcId="{1E714D4B-550D-45E8-AAE8-A3335E714136}" destId="{8E641B2E-FD2C-4C79-A457-7175AA526299}" srcOrd="3" destOrd="0" presId="urn:microsoft.com/office/officeart/2018/2/layout/IconCircleList"/>
    <dgm:cxn modelId="{B089F1A7-18D1-4D7D-BF8C-9FA5D7B96608}" type="presParOf" srcId="{92A881FB-7393-4BB8-B002-FC906311175B}" destId="{B73AD66D-580B-4D30-ABC2-CA71600F0C70}" srcOrd="3" destOrd="0" presId="urn:microsoft.com/office/officeart/2018/2/layout/IconCircleList"/>
    <dgm:cxn modelId="{6B468FFC-A74C-40CD-A0B1-8EFEC3EAA788}" type="presParOf" srcId="{92A881FB-7393-4BB8-B002-FC906311175B}" destId="{94424DBE-7AE1-4D69-854D-4CDA92F7C006}" srcOrd="4" destOrd="0" presId="urn:microsoft.com/office/officeart/2018/2/layout/IconCircleList"/>
    <dgm:cxn modelId="{7DE2447B-0ED8-47A8-B295-3BAC440DAF49}" type="presParOf" srcId="{94424DBE-7AE1-4D69-854D-4CDA92F7C006}" destId="{6A349E36-72CF-4A94-A213-E17F5D19ED97}" srcOrd="0" destOrd="0" presId="urn:microsoft.com/office/officeart/2018/2/layout/IconCircleList"/>
    <dgm:cxn modelId="{A8642C25-11F6-482D-AAB0-15F49A4952D5}" type="presParOf" srcId="{94424DBE-7AE1-4D69-854D-4CDA92F7C006}" destId="{4ECE9F00-0E08-463C-BA1D-50F5D5CEA531}" srcOrd="1" destOrd="0" presId="urn:microsoft.com/office/officeart/2018/2/layout/IconCircleList"/>
    <dgm:cxn modelId="{BBA4B7E1-28E0-46C7-A7F0-9C9AEEBDA1B2}" type="presParOf" srcId="{94424DBE-7AE1-4D69-854D-4CDA92F7C006}" destId="{95587293-6E1C-49AE-8CA6-542784616697}" srcOrd="2" destOrd="0" presId="urn:microsoft.com/office/officeart/2018/2/layout/IconCircleList"/>
    <dgm:cxn modelId="{5F30E81D-F903-439F-9835-06DF2C9DD731}" type="presParOf" srcId="{94424DBE-7AE1-4D69-854D-4CDA92F7C006}" destId="{2752BB34-16AB-4A3D-AB76-9EE5F5EA62A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C4DB67E-7577-4C9F-9D1B-2C6460D1E1D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3A4DC40-FEAF-48D9-A4EB-8B3CA16A6FE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Obiettivi Raggiunti</a:t>
          </a:r>
          <a:endParaRPr lang="en-US"/>
        </a:p>
      </dgm:t>
    </dgm:pt>
    <dgm:pt modelId="{075CD0EA-54C0-4E9F-84A9-9F811A94ED0E}" type="parTrans" cxnId="{86C2EB77-521B-4B0D-BFC3-67CA85151E09}">
      <dgm:prSet/>
      <dgm:spPr/>
      <dgm:t>
        <a:bodyPr/>
        <a:lstStyle/>
        <a:p>
          <a:endParaRPr lang="en-US"/>
        </a:p>
      </dgm:t>
    </dgm:pt>
    <dgm:pt modelId="{F3E8B6AD-452F-4CA2-A895-35A3101F2607}" type="sibTrans" cxnId="{86C2EB77-521B-4B0D-BFC3-67CA85151E09}">
      <dgm:prSet/>
      <dgm:spPr/>
      <dgm:t>
        <a:bodyPr/>
        <a:lstStyle/>
        <a:p>
          <a:endParaRPr lang="en-US"/>
        </a:p>
      </dgm:t>
    </dgm:pt>
    <dgm:pt modelId="{932DAC38-6A73-40DF-91DF-4B9EA65357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Sviluppo di una piattaforma web completa, intuitiva e funzionante che automatizza e ottimizza la pianificazione degli itinerari turistici.</a:t>
          </a:r>
        </a:p>
      </dgm:t>
    </dgm:pt>
    <dgm:pt modelId="{1C5295EB-8D21-42D7-A5F0-8D0EF783B074}" type="parTrans" cxnId="{A069FAD5-2700-4268-8211-C5DF2DB207BE}">
      <dgm:prSet/>
      <dgm:spPr/>
      <dgm:t>
        <a:bodyPr/>
        <a:lstStyle/>
        <a:p>
          <a:endParaRPr lang="en-US"/>
        </a:p>
      </dgm:t>
    </dgm:pt>
    <dgm:pt modelId="{11B0FF33-EBD4-4859-AF8F-D424635DEA02}" type="sibTrans" cxnId="{A069FAD5-2700-4268-8211-C5DF2DB207BE}">
      <dgm:prSet/>
      <dgm:spPr/>
      <dgm:t>
        <a:bodyPr/>
        <a:lstStyle/>
        <a:p>
          <a:endParaRPr lang="en-US"/>
        </a:p>
      </dgm:t>
    </dgm:pt>
    <dgm:pt modelId="{B80B8BC3-67EC-4049-91E5-2EC84041DD5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Solidità Architetturale</a:t>
          </a:r>
          <a:endParaRPr lang="en-US"/>
        </a:p>
      </dgm:t>
    </dgm:pt>
    <dgm:pt modelId="{67CB746C-1F9C-40E4-B7EB-82B3547773BC}" type="parTrans" cxnId="{2D0368BF-CEF3-4436-A1A4-886CC6538B27}">
      <dgm:prSet/>
      <dgm:spPr/>
      <dgm:t>
        <a:bodyPr/>
        <a:lstStyle/>
        <a:p>
          <a:endParaRPr lang="en-US"/>
        </a:p>
      </dgm:t>
    </dgm:pt>
    <dgm:pt modelId="{1AD66AA5-1BE0-40AC-9A07-9DAE82ABD21D}" type="sibTrans" cxnId="{2D0368BF-CEF3-4436-A1A4-886CC6538B27}">
      <dgm:prSet/>
      <dgm:spPr/>
      <dgm:t>
        <a:bodyPr/>
        <a:lstStyle/>
        <a:p>
          <a:endParaRPr lang="en-US"/>
        </a:p>
      </dgm:t>
    </dgm:pt>
    <dgm:pt modelId="{6C266CD8-051E-4942-A85C-F6D59FD149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 netta separazione dei layer tra ReactJS, Spring Boot e MongoDB ha garantito un sistema modulare, scalabile e semplice da mantenere.</a:t>
          </a:r>
        </a:p>
      </dgm:t>
    </dgm:pt>
    <dgm:pt modelId="{0A7E32E4-05AF-4F35-84E0-AAE7BABDAD45}" type="parTrans" cxnId="{7B50F318-ECDD-42A3-AD79-9DBF037060A2}">
      <dgm:prSet/>
      <dgm:spPr/>
      <dgm:t>
        <a:bodyPr/>
        <a:lstStyle/>
        <a:p>
          <a:endParaRPr lang="en-US"/>
        </a:p>
      </dgm:t>
    </dgm:pt>
    <dgm:pt modelId="{23A35B3D-02C6-43F5-8343-8EDAD6169B54}" type="sibTrans" cxnId="{7B50F318-ECDD-42A3-AD79-9DBF037060A2}">
      <dgm:prSet/>
      <dgm:spPr/>
      <dgm:t>
        <a:bodyPr/>
        <a:lstStyle/>
        <a:p>
          <a:endParaRPr lang="en-US"/>
        </a:p>
      </dgm:t>
    </dgm:pt>
    <dgm:pt modelId="{1BA16B13-2504-48EF-9BC2-D9B4C10826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Qualità del Software</a:t>
          </a:r>
          <a:endParaRPr lang="en-US"/>
        </a:p>
      </dgm:t>
    </dgm:pt>
    <dgm:pt modelId="{34252593-E8C4-43EB-986A-F09E71D75862}" type="parTrans" cxnId="{6EC7300B-D77D-46F1-BCD1-9590856A23C9}">
      <dgm:prSet/>
      <dgm:spPr/>
      <dgm:t>
        <a:bodyPr/>
        <a:lstStyle/>
        <a:p>
          <a:endParaRPr lang="en-US"/>
        </a:p>
      </dgm:t>
    </dgm:pt>
    <dgm:pt modelId="{EFEC131A-24EB-40B9-99ED-3E073158D719}" type="sibTrans" cxnId="{6EC7300B-D77D-46F1-BCD1-9590856A23C9}">
      <dgm:prSet/>
      <dgm:spPr/>
      <dgm:t>
        <a:bodyPr/>
        <a:lstStyle/>
        <a:p>
          <a:endParaRPr lang="en-US"/>
        </a:p>
      </dgm:t>
    </dgm:pt>
    <dgm:pt modelId="{CA578242-9D03-4A62-B292-4195A3F2A7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 test dinamici e l’analisi statica hanno confermato un’architettura con basso accoppiamento e alta coesione.</a:t>
          </a:r>
        </a:p>
      </dgm:t>
    </dgm:pt>
    <dgm:pt modelId="{D041DE09-F5E2-4519-BBCE-EF3CDDFBDB83}" type="parTrans" cxnId="{29662AE8-CFBC-41C4-AF23-B306863404E8}">
      <dgm:prSet/>
      <dgm:spPr/>
      <dgm:t>
        <a:bodyPr/>
        <a:lstStyle/>
        <a:p>
          <a:endParaRPr lang="en-US"/>
        </a:p>
      </dgm:t>
    </dgm:pt>
    <dgm:pt modelId="{C6C0B50E-8598-425B-8B67-1DAE5E571633}" type="sibTrans" cxnId="{29662AE8-CFBC-41C4-AF23-B306863404E8}">
      <dgm:prSet/>
      <dgm:spPr/>
      <dgm:t>
        <a:bodyPr/>
        <a:lstStyle/>
        <a:p>
          <a:endParaRPr lang="en-US"/>
        </a:p>
      </dgm:t>
    </dgm:pt>
    <dgm:pt modelId="{782AE359-7F7E-4C0B-B253-73C0BB99A39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Proposte Future</a:t>
          </a:r>
          <a:endParaRPr lang="en-US"/>
        </a:p>
      </dgm:t>
    </dgm:pt>
    <dgm:pt modelId="{5CCEEA4F-11B9-410B-92E7-6D8747192A01}" type="parTrans" cxnId="{BC2A6623-C9AB-4482-9A70-737200D87E3E}">
      <dgm:prSet/>
      <dgm:spPr/>
      <dgm:t>
        <a:bodyPr/>
        <a:lstStyle/>
        <a:p>
          <a:endParaRPr lang="en-US"/>
        </a:p>
      </dgm:t>
    </dgm:pt>
    <dgm:pt modelId="{5641A683-60B3-449F-8E32-03EB5D350664}" type="sibTrans" cxnId="{BC2A6623-C9AB-4482-9A70-737200D87E3E}">
      <dgm:prSet/>
      <dgm:spPr/>
      <dgm:t>
        <a:bodyPr/>
        <a:lstStyle/>
        <a:p>
          <a:endParaRPr lang="en-US"/>
        </a:p>
      </dgm:t>
    </dgm:pt>
    <dgm:pt modelId="{5A834127-48B3-4837-A0F3-0480244F10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Integrazione dei mezzi di trasporto pubblici nel calcolo di percorsi.</a:t>
          </a:r>
        </a:p>
      </dgm:t>
    </dgm:pt>
    <dgm:pt modelId="{A8FA9180-B93B-430B-A2CF-43F99CFC416C}" type="parTrans" cxnId="{7E367A50-C68C-4D00-B0FB-47DD3ECAE31B}">
      <dgm:prSet/>
      <dgm:spPr/>
      <dgm:t>
        <a:bodyPr/>
        <a:lstStyle/>
        <a:p>
          <a:endParaRPr lang="en-US"/>
        </a:p>
      </dgm:t>
    </dgm:pt>
    <dgm:pt modelId="{ED746083-6E13-4231-808D-AFAE8D77C02A}" type="sibTrans" cxnId="{7E367A50-C68C-4D00-B0FB-47DD3ECAE31B}">
      <dgm:prSet/>
      <dgm:spPr/>
      <dgm:t>
        <a:bodyPr/>
        <a:lstStyle/>
        <a:p>
          <a:endParaRPr lang="en-US"/>
        </a:p>
      </dgm:t>
    </dgm:pt>
    <dgm:pt modelId="{F636A15E-98F9-4892-AD6D-A5D739C099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Sistema </a:t>
          </a:r>
          <a:r>
            <a:rPr lang="en-US" err="1"/>
            <a:t>avanzato</a:t>
          </a:r>
          <a:r>
            <a:rPr lang="en-US"/>
            <a:t> di rating e </a:t>
          </a:r>
          <a:r>
            <a:rPr lang="en-US" err="1"/>
            <a:t>recensioni</a:t>
          </a:r>
          <a:r>
            <a:rPr lang="en-US"/>
            <a:t> per il </a:t>
          </a:r>
          <a:r>
            <a:rPr lang="en-US" err="1"/>
            <a:t>catalogo</a:t>
          </a:r>
          <a:r>
            <a:rPr lang="en-US"/>
            <a:t> </a:t>
          </a:r>
          <a:r>
            <a:rPr lang="en-US" err="1"/>
            <a:t>pubblico</a:t>
          </a:r>
          <a:r>
            <a:rPr lang="en-US"/>
            <a:t>.</a:t>
          </a:r>
        </a:p>
      </dgm:t>
    </dgm:pt>
    <dgm:pt modelId="{EC02CF1D-6CB9-452E-BB5C-F7E5DB55CAE1}" type="parTrans" cxnId="{F7336FDD-FA27-457C-8788-B303AF36FFF1}">
      <dgm:prSet/>
      <dgm:spPr/>
      <dgm:t>
        <a:bodyPr/>
        <a:lstStyle/>
        <a:p>
          <a:endParaRPr lang="en-US"/>
        </a:p>
      </dgm:t>
    </dgm:pt>
    <dgm:pt modelId="{804C2656-1FED-44A5-8682-38DA4DE644BC}" type="sibTrans" cxnId="{F7336FDD-FA27-457C-8788-B303AF36FFF1}">
      <dgm:prSet/>
      <dgm:spPr/>
      <dgm:t>
        <a:bodyPr/>
        <a:lstStyle/>
        <a:p>
          <a:endParaRPr lang="en-US"/>
        </a:p>
      </dgm:t>
    </dgm:pt>
    <dgm:pt modelId="{6C44DBF3-6E9D-43A1-9660-3E64B826B7C1}" type="pres">
      <dgm:prSet presAssocID="{0C4DB67E-7577-4C9F-9D1B-2C6460D1E1D8}" presName="root" presStyleCnt="0">
        <dgm:presLayoutVars>
          <dgm:dir/>
          <dgm:resizeHandles val="exact"/>
        </dgm:presLayoutVars>
      </dgm:prSet>
      <dgm:spPr/>
    </dgm:pt>
    <dgm:pt modelId="{AE2F5A16-1F8E-4039-BCAC-05195BE75A1C}" type="pres">
      <dgm:prSet presAssocID="{C3A4DC40-FEAF-48D9-A4EB-8B3CA16A6FED}" presName="compNode" presStyleCnt="0"/>
      <dgm:spPr/>
    </dgm:pt>
    <dgm:pt modelId="{3ACD1471-8D2B-4092-BDB5-C79A3B0FA8D0}" type="pres">
      <dgm:prSet presAssocID="{C3A4DC40-FEAF-48D9-A4EB-8B3CA16A6FE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ro a segno"/>
        </a:ext>
      </dgm:extLst>
    </dgm:pt>
    <dgm:pt modelId="{C02EB198-649A-40ED-AAAD-11F1226C90F4}" type="pres">
      <dgm:prSet presAssocID="{C3A4DC40-FEAF-48D9-A4EB-8B3CA16A6FED}" presName="iconSpace" presStyleCnt="0"/>
      <dgm:spPr/>
    </dgm:pt>
    <dgm:pt modelId="{C3463793-9DF5-44C8-83A0-7D2E013C85E4}" type="pres">
      <dgm:prSet presAssocID="{C3A4DC40-FEAF-48D9-A4EB-8B3CA16A6FED}" presName="parTx" presStyleLbl="revTx" presStyleIdx="0" presStyleCnt="8">
        <dgm:presLayoutVars>
          <dgm:chMax val="0"/>
          <dgm:chPref val="0"/>
        </dgm:presLayoutVars>
      </dgm:prSet>
      <dgm:spPr/>
    </dgm:pt>
    <dgm:pt modelId="{F63193F0-08C7-48CC-9926-7F6A2EF17E9F}" type="pres">
      <dgm:prSet presAssocID="{C3A4DC40-FEAF-48D9-A4EB-8B3CA16A6FED}" presName="txSpace" presStyleCnt="0"/>
      <dgm:spPr/>
    </dgm:pt>
    <dgm:pt modelId="{4BBC9CC0-0291-4EA6-81B5-E08851E57CB1}" type="pres">
      <dgm:prSet presAssocID="{C3A4DC40-FEAF-48D9-A4EB-8B3CA16A6FED}" presName="desTx" presStyleLbl="revTx" presStyleIdx="1" presStyleCnt="8">
        <dgm:presLayoutVars/>
      </dgm:prSet>
      <dgm:spPr/>
    </dgm:pt>
    <dgm:pt modelId="{CDF0997E-4CB0-4C44-AD35-39A3C6047FF2}" type="pres">
      <dgm:prSet presAssocID="{F3E8B6AD-452F-4CA2-A895-35A3101F2607}" presName="sibTrans" presStyleCnt="0"/>
      <dgm:spPr/>
    </dgm:pt>
    <dgm:pt modelId="{A3D2E061-4B02-424A-AC4B-4D9B5988FE8C}" type="pres">
      <dgm:prSet presAssocID="{B80B8BC3-67EC-4049-91E5-2EC84041DD56}" presName="compNode" presStyleCnt="0"/>
      <dgm:spPr/>
    </dgm:pt>
    <dgm:pt modelId="{498E10E3-62F7-44A9-AF2C-798AA2872E72}" type="pres">
      <dgm:prSet presAssocID="{B80B8BC3-67EC-4049-91E5-2EC84041DD5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624C4E0D-084E-4FB6-AA01-60CFC71A6CFB}" type="pres">
      <dgm:prSet presAssocID="{B80B8BC3-67EC-4049-91E5-2EC84041DD56}" presName="iconSpace" presStyleCnt="0"/>
      <dgm:spPr/>
    </dgm:pt>
    <dgm:pt modelId="{17BDB724-39EA-4464-97FB-8605F8B9E56B}" type="pres">
      <dgm:prSet presAssocID="{B80B8BC3-67EC-4049-91E5-2EC84041DD56}" presName="parTx" presStyleLbl="revTx" presStyleIdx="2" presStyleCnt="8">
        <dgm:presLayoutVars>
          <dgm:chMax val="0"/>
          <dgm:chPref val="0"/>
        </dgm:presLayoutVars>
      </dgm:prSet>
      <dgm:spPr/>
    </dgm:pt>
    <dgm:pt modelId="{4574692D-7B8F-4879-BD3F-7F270A89BEFC}" type="pres">
      <dgm:prSet presAssocID="{B80B8BC3-67EC-4049-91E5-2EC84041DD56}" presName="txSpace" presStyleCnt="0"/>
      <dgm:spPr/>
    </dgm:pt>
    <dgm:pt modelId="{A670BAF5-3D9A-444B-982F-27FB5F78DC45}" type="pres">
      <dgm:prSet presAssocID="{B80B8BC3-67EC-4049-91E5-2EC84041DD56}" presName="desTx" presStyleLbl="revTx" presStyleIdx="3" presStyleCnt="8">
        <dgm:presLayoutVars/>
      </dgm:prSet>
      <dgm:spPr/>
    </dgm:pt>
    <dgm:pt modelId="{C62985FE-E6E9-4307-A902-D23BA7968C92}" type="pres">
      <dgm:prSet presAssocID="{1AD66AA5-1BE0-40AC-9A07-9DAE82ABD21D}" presName="sibTrans" presStyleCnt="0"/>
      <dgm:spPr/>
    </dgm:pt>
    <dgm:pt modelId="{F6E94937-8904-4FD6-B0DC-21A0692C089D}" type="pres">
      <dgm:prSet presAssocID="{1BA16B13-2504-48EF-9BC2-D9B4C1082682}" presName="compNode" presStyleCnt="0"/>
      <dgm:spPr/>
    </dgm:pt>
    <dgm:pt modelId="{93CC4216-C269-4CBB-B1D7-3C3126A1B4D8}" type="pres">
      <dgm:prSet presAssocID="{1BA16B13-2504-48EF-9BC2-D9B4C108268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8FCAD50D-CCED-4B71-82F4-EBFCBE74FC69}" type="pres">
      <dgm:prSet presAssocID="{1BA16B13-2504-48EF-9BC2-D9B4C1082682}" presName="iconSpace" presStyleCnt="0"/>
      <dgm:spPr/>
    </dgm:pt>
    <dgm:pt modelId="{A26EA367-1D97-48D3-ACFE-CDA90B099CE7}" type="pres">
      <dgm:prSet presAssocID="{1BA16B13-2504-48EF-9BC2-D9B4C1082682}" presName="parTx" presStyleLbl="revTx" presStyleIdx="4" presStyleCnt="8">
        <dgm:presLayoutVars>
          <dgm:chMax val="0"/>
          <dgm:chPref val="0"/>
        </dgm:presLayoutVars>
      </dgm:prSet>
      <dgm:spPr/>
    </dgm:pt>
    <dgm:pt modelId="{B8744EE7-AD1E-4535-B829-F2B9DB98DF45}" type="pres">
      <dgm:prSet presAssocID="{1BA16B13-2504-48EF-9BC2-D9B4C1082682}" presName="txSpace" presStyleCnt="0"/>
      <dgm:spPr/>
    </dgm:pt>
    <dgm:pt modelId="{DE0A776A-BA95-4A70-B64B-B0C9EBEB0CD5}" type="pres">
      <dgm:prSet presAssocID="{1BA16B13-2504-48EF-9BC2-D9B4C1082682}" presName="desTx" presStyleLbl="revTx" presStyleIdx="5" presStyleCnt="8">
        <dgm:presLayoutVars/>
      </dgm:prSet>
      <dgm:spPr/>
    </dgm:pt>
    <dgm:pt modelId="{34D52022-B124-4CAD-8253-E4B046ABB416}" type="pres">
      <dgm:prSet presAssocID="{EFEC131A-24EB-40B9-99ED-3E073158D719}" presName="sibTrans" presStyleCnt="0"/>
      <dgm:spPr/>
    </dgm:pt>
    <dgm:pt modelId="{F0963979-DCE5-4AD0-A508-DD6A6C00C24B}" type="pres">
      <dgm:prSet presAssocID="{782AE359-7F7E-4C0B-B253-73C0BB99A395}" presName="compNode" presStyleCnt="0"/>
      <dgm:spPr/>
    </dgm:pt>
    <dgm:pt modelId="{4C1337D1-EA26-4387-990C-F9B3F1C3AA71}" type="pres">
      <dgm:prSet presAssocID="{782AE359-7F7E-4C0B-B253-73C0BB99A395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 volante contorno"/>
        </a:ext>
      </dgm:extLst>
    </dgm:pt>
    <dgm:pt modelId="{46995DA3-508C-4744-902C-1755F2FE7FE8}" type="pres">
      <dgm:prSet presAssocID="{782AE359-7F7E-4C0B-B253-73C0BB99A395}" presName="iconSpace" presStyleCnt="0"/>
      <dgm:spPr/>
    </dgm:pt>
    <dgm:pt modelId="{0265FA0D-3ADC-4002-936C-B2C544F9D876}" type="pres">
      <dgm:prSet presAssocID="{782AE359-7F7E-4C0B-B253-73C0BB99A395}" presName="parTx" presStyleLbl="revTx" presStyleIdx="6" presStyleCnt="8">
        <dgm:presLayoutVars>
          <dgm:chMax val="0"/>
          <dgm:chPref val="0"/>
        </dgm:presLayoutVars>
      </dgm:prSet>
      <dgm:spPr/>
    </dgm:pt>
    <dgm:pt modelId="{7477D322-E749-4A18-860D-434734A432F2}" type="pres">
      <dgm:prSet presAssocID="{782AE359-7F7E-4C0B-B253-73C0BB99A395}" presName="txSpace" presStyleCnt="0"/>
      <dgm:spPr/>
    </dgm:pt>
    <dgm:pt modelId="{9493D3A1-D24E-4A9A-84F5-43E15B759C38}" type="pres">
      <dgm:prSet presAssocID="{782AE359-7F7E-4C0B-B253-73C0BB99A395}" presName="desTx" presStyleLbl="revTx" presStyleIdx="7" presStyleCnt="8">
        <dgm:presLayoutVars/>
      </dgm:prSet>
      <dgm:spPr/>
    </dgm:pt>
  </dgm:ptLst>
  <dgm:cxnLst>
    <dgm:cxn modelId="{6EC7300B-D77D-46F1-BCD1-9590856A23C9}" srcId="{0C4DB67E-7577-4C9F-9D1B-2C6460D1E1D8}" destId="{1BA16B13-2504-48EF-9BC2-D9B4C1082682}" srcOrd="2" destOrd="0" parTransId="{34252593-E8C4-43EB-986A-F09E71D75862}" sibTransId="{EFEC131A-24EB-40B9-99ED-3E073158D719}"/>
    <dgm:cxn modelId="{7B50F318-ECDD-42A3-AD79-9DBF037060A2}" srcId="{B80B8BC3-67EC-4049-91E5-2EC84041DD56}" destId="{6C266CD8-051E-4942-A85C-F6D59FD14912}" srcOrd="0" destOrd="0" parTransId="{0A7E32E4-05AF-4F35-84E0-AAE7BABDAD45}" sibTransId="{23A35B3D-02C6-43F5-8343-8EDAD6169B54}"/>
    <dgm:cxn modelId="{7E7B271D-8B07-472A-8FCD-A4306124995C}" type="presOf" srcId="{1BA16B13-2504-48EF-9BC2-D9B4C1082682}" destId="{A26EA367-1D97-48D3-ACFE-CDA90B099CE7}" srcOrd="0" destOrd="0" presId="urn:microsoft.com/office/officeart/2018/5/layout/CenteredIconLabelDescriptionList"/>
    <dgm:cxn modelId="{BC2A6623-C9AB-4482-9A70-737200D87E3E}" srcId="{0C4DB67E-7577-4C9F-9D1B-2C6460D1E1D8}" destId="{782AE359-7F7E-4C0B-B253-73C0BB99A395}" srcOrd="3" destOrd="0" parTransId="{5CCEEA4F-11B9-410B-92E7-6D8747192A01}" sibTransId="{5641A683-60B3-449F-8E32-03EB5D350664}"/>
    <dgm:cxn modelId="{B0C6552D-239D-4241-89AC-6A051AB48109}" type="presOf" srcId="{CA578242-9D03-4A62-B292-4195A3F2A7FF}" destId="{DE0A776A-BA95-4A70-B64B-B0C9EBEB0CD5}" srcOrd="0" destOrd="0" presId="urn:microsoft.com/office/officeart/2018/5/layout/CenteredIconLabelDescriptionList"/>
    <dgm:cxn modelId="{F1969831-9F1A-435A-ADAF-5E0D8473EA4F}" type="presOf" srcId="{B80B8BC3-67EC-4049-91E5-2EC84041DD56}" destId="{17BDB724-39EA-4464-97FB-8605F8B9E56B}" srcOrd="0" destOrd="0" presId="urn:microsoft.com/office/officeart/2018/5/layout/CenteredIconLabelDescriptionList"/>
    <dgm:cxn modelId="{C0278C37-5FE2-4043-891F-65D6189CE6D9}" type="presOf" srcId="{782AE359-7F7E-4C0B-B253-73C0BB99A395}" destId="{0265FA0D-3ADC-4002-936C-B2C544F9D876}" srcOrd="0" destOrd="0" presId="urn:microsoft.com/office/officeart/2018/5/layout/CenteredIconLabelDescriptionList"/>
    <dgm:cxn modelId="{7E367A50-C68C-4D00-B0FB-47DD3ECAE31B}" srcId="{782AE359-7F7E-4C0B-B253-73C0BB99A395}" destId="{5A834127-48B3-4837-A0F3-0480244F10B6}" srcOrd="0" destOrd="0" parTransId="{A8FA9180-B93B-430B-A2CF-43F99CFC416C}" sibTransId="{ED746083-6E13-4231-808D-AFAE8D77C02A}"/>
    <dgm:cxn modelId="{AAFC1251-ABAF-4724-B783-4B087C4DFFC9}" type="presOf" srcId="{F636A15E-98F9-4892-AD6D-A5D739C09952}" destId="{9493D3A1-D24E-4A9A-84F5-43E15B759C38}" srcOrd="0" destOrd="1" presId="urn:microsoft.com/office/officeart/2018/5/layout/CenteredIconLabelDescriptionList"/>
    <dgm:cxn modelId="{86C2EB77-521B-4B0D-BFC3-67CA85151E09}" srcId="{0C4DB67E-7577-4C9F-9D1B-2C6460D1E1D8}" destId="{C3A4DC40-FEAF-48D9-A4EB-8B3CA16A6FED}" srcOrd="0" destOrd="0" parTransId="{075CD0EA-54C0-4E9F-84A9-9F811A94ED0E}" sibTransId="{F3E8B6AD-452F-4CA2-A895-35A3101F2607}"/>
    <dgm:cxn modelId="{D5E3C57A-E2E7-4C2E-86FC-2CFA06D28908}" type="presOf" srcId="{C3A4DC40-FEAF-48D9-A4EB-8B3CA16A6FED}" destId="{C3463793-9DF5-44C8-83A0-7D2E013C85E4}" srcOrd="0" destOrd="0" presId="urn:microsoft.com/office/officeart/2018/5/layout/CenteredIconLabelDescriptionList"/>
    <dgm:cxn modelId="{FE8D4B81-E3E6-43AA-B08B-0FB3A0407235}" type="presOf" srcId="{0C4DB67E-7577-4C9F-9D1B-2C6460D1E1D8}" destId="{6C44DBF3-6E9D-43A1-9660-3E64B826B7C1}" srcOrd="0" destOrd="0" presId="urn:microsoft.com/office/officeart/2018/5/layout/CenteredIconLabelDescriptionList"/>
    <dgm:cxn modelId="{D871958E-7F89-42B7-B9F7-E435A9D5BA42}" type="presOf" srcId="{5A834127-48B3-4837-A0F3-0480244F10B6}" destId="{9493D3A1-D24E-4A9A-84F5-43E15B759C38}" srcOrd="0" destOrd="0" presId="urn:microsoft.com/office/officeart/2018/5/layout/CenteredIconLabelDescriptionList"/>
    <dgm:cxn modelId="{4F8993A4-DD14-4990-B1C7-8B1623D8233E}" type="presOf" srcId="{932DAC38-6A73-40DF-91DF-4B9EA65357B5}" destId="{4BBC9CC0-0291-4EA6-81B5-E08851E57CB1}" srcOrd="0" destOrd="0" presId="urn:microsoft.com/office/officeart/2018/5/layout/CenteredIconLabelDescriptionList"/>
    <dgm:cxn modelId="{2D0368BF-CEF3-4436-A1A4-886CC6538B27}" srcId="{0C4DB67E-7577-4C9F-9D1B-2C6460D1E1D8}" destId="{B80B8BC3-67EC-4049-91E5-2EC84041DD56}" srcOrd="1" destOrd="0" parTransId="{67CB746C-1F9C-40E4-B7EB-82B3547773BC}" sibTransId="{1AD66AA5-1BE0-40AC-9A07-9DAE82ABD21D}"/>
    <dgm:cxn modelId="{A069FAD5-2700-4268-8211-C5DF2DB207BE}" srcId="{C3A4DC40-FEAF-48D9-A4EB-8B3CA16A6FED}" destId="{932DAC38-6A73-40DF-91DF-4B9EA65357B5}" srcOrd="0" destOrd="0" parTransId="{1C5295EB-8D21-42D7-A5F0-8D0EF783B074}" sibTransId="{11B0FF33-EBD4-4859-AF8F-D424635DEA02}"/>
    <dgm:cxn modelId="{F7336FDD-FA27-457C-8788-B303AF36FFF1}" srcId="{782AE359-7F7E-4C0B-B253-73C0BB99A395}" destId="{F636A15E-98F9-4892-AD6D-A5D739C09952}" srcOrd="1" destOrd="0" parTransId="{EC02CF1D-6CB9-452E-BB5C-F7E5DB55CAE1}" sibTransId="{804C2656-1FED-44A5-8682-38DA4DE644BC}"/>
    <dgm:cxn modelId="{AE657DE5-CF35-45A3-AE93-B6A1EF7B4BFD}" type="presOf" srcId="{6C266CD8-051E-4942-A85C-F6D59FD14912}" destId="{A670BAF5-3D9A-444B-982F-27FB5F78DC45}" srcOrd="0" destOrd="0" presId="urn:microsoft.com/office/officeart/2018/5/layout/CenteredIconLabelDescriptionList"/>
    <dgm:cxn modelId="{29662AE8-CFBC-41C4-AF23-B306863404E8}" srcId="{1BA16B13-2504-48EF-9BC2-D9B4C1082682}" destId="{CA578242-9D03-4A62-B292-4195A3F2A7FF}" srcOrd="0" destOrd="0" parTransId="{D041DE09-F5E2-4519-BBCE-EF3CDDFBDB83}" sibTransId="{C6C0B50E-8598-425B-8B67-1DAE5E571633}"/>
    <dgm:cxn modelId="{0F02330C-44A6-4646-884A-73769CE9295B}" type="presParOf" srcId="{6C44DBF3-6E9D-43A1-9660-3E64B826B7C1}" destId="{AE2F5A16-1F8E-4039-BCAC-05195BE75A1C}" srcOrd="0" destOrd="0" presId="urn:microsoft.com/office/officeart/2018/5/layout/CenteredIconLabelDescriptionList"/>
    <dgm:cxn modelId="{3335D189-2877-487F-9727-4FC59437AF30}" type="presParOf" srcId="{AE2F5A16-1F8E-4039-BCAC-05195BE75A1C}" destId="{3ACD1471-8D2B-4092-BDB5-C79A3B0FA8D0}" srcOrd="0" destOrd="0" presId="urn:microsoft.com/office/officeart/2018/5/layout/CenteredIconLabelDescriptionList"/>
    <dgm:cxn modelId="{6F935EA2-7395-42B1-96E8-1927B2417AB7}" type="presParOf" srcId="{AE2F5A16-1F8E-4039-BCAC-05195BE75A1C}" destId="{C02EB198-649A-40ED-AAAD-11F1226C90F4}" srcOrd="1" destOrd="0" presId="urn:microsoft.com/office/officeart/2018/5/layout/CenteredIconLabelDescriptionList"/>
    <dgm:cxn modelId="{0066F968-8373-42A3-8930-EAE2C9D2C640}" type="presParOf" srcId="{AE2F5A16-1F8E-4039-BCAC-05195BE75A1C}" destId="{C3463793-9DF5-44C8-83A0-7D2E013C85E4}" srcOrd="2" destOrd="0" presId="urn:microsoft.com/office/officeart/2018/5/layout/CenteredIconLabelDescriptionList"/>
    <dgm:cxn modelId="{2C77732B-16C9-4A72-BE38-36C817B09CC7}" type="presParOf" srcId="{AE2F5A16-1F8E-4039-BCAC-05195BE75A1C}" destId="{F63193F0-08C7-48CC-9926-7F6A2EF17E9F}" srcOrd="3" destOrd="0" presId="urn:microsoft.com/office/officeart/2018/5/layout/CenteredIconLabelDescriptionList"/>
    <dgm:cxn modelId="{607C47E3-FAFF-4A93-85CE-AA1DBDDF7478}" type="presParOf" srcId="{AE2F5A16-1F8E-4039-BCAC-05195BE75A1C}" destId="{4BBC9CC0-0291-4EA6-81B5-E08851E57CB1}" srcOrd="4" destOrd="0" presId="urn:microsoft.com/office/officeart/2018/5/layout/CenteredIconLabelDescriptionList"/>
    <dgm:cxn modelId="{2727F672-D46F-45DA-A149-66D38EC64AC6}" type="presParOf" srcId="{6C44DBF3-6E9D-43A1-9660-3E64B826B7C1}" destId="{CDF0997E-4CB0-4C44-AD35-39A3C6047FF2}" srcOrd="1" destOrd="0" presId="urn:microsoft.com/office/officeart/2018/5/layout/CenteredIconLabelDescriptionList"/>
    <dgm:cxn modelId="{69A2AD58-CA6F-4774-915C-875E23B1A3BC}" type="presParOf" srcId="{6C44DBF3-6E9D-43A1-9660-3E64B826B7C1}" destId="{A3D2E061-4B02-424A-AC4B-4D9B5988FE8C}" srcOrd="2" destOrd="0" presId="urn:microsoft.com/office/officeart/2018/5/layout/CenteredIconLabelDescriptionList"/>
    <dgm:cxn modelId="{4B40887C-A59C-409B-84E3-C9AFA289E210}" type="presParOf" srcId="{A3D2E061-4B02-424A-AC4B-4D9B5988FE8C}" destId="{498E10E3-62F7-44A9-AF2C-798AA2872E72}" srcOrd="0" destOrd="0" presId="urn:microsoft.com/office/officeart/2018/5/layout/CenteredIconLabelDescriptionList"/>
    <dgm:cxn modelId="{B1CEAA16-FF90-45D0-B470-1F878A4A3C38}" type="presParOf" srcId="{A3D2E061-4B02-424A-AC4B-4D9B5988FE8C}" destId="{624C4E0D-084E-4FB6-AA01-60CFC71A6CFB}" srcOrd="1" destOrd="0" presId="urn:microsoft.com/office/officeart/2018/5/layout/CenteredIconLabelDescriptionList"/>
    <dgm:cxn modelId="{A73647A1-E520-4E50-8440-56DEA27FC572}" type="presParOf" srcId="{A3D2E061-4B02-424A-AC4B-4D9B5988FE8C}" destId="{17BDB724-39EA-4464-97FB-8605F8B9E56B}" srcOrd="2" destOrd="0" presId="urn:microsoft.com/office/officeart/2018/5/layout/CenteredIconLabelDescriptionList"/>
    <dgm:cxn modelId="{413B3A48-5523-4939-92C6-A766EF774673}" type="presParOf" srcId="{A3D2E061-4B02-424A-AC4B-4D9B5988FE8C}" destId="{4574692D-7B8F-4879-BD3F-7F270A89BEFC}" srcOrd="3" destOrd="0" presId="urn:microsoft.com/office/officeart/2018/5/layout/CenteredIconLabelDescriptionList"/>
    <dgm:cxn modelId="{2BAB657C-6943-487A-B0A6-687AEC245BF6}" type="presParOf" srcId="{A3D2E061-4B02-424A-AC4B-4D9B5988FE8C}" destId="{A670BAF5-3D9A-444B-982F-27FB5F78DC45}" srcOrd="4" destOrd="0" presId="urn:microsoft.com/office/officeart/2018/5/layout/CenteredIconLabelDescriptionList"/>
    <dgm:cxn modelId="{2D1008E6-61EF-4E1B-9799-00DB9582AA79}" type="presParOf" srcId="{6C44DBF3-6E9D-43A1-9660-3E64B826B7C1}" destId="{C62985FE-E6E9-4307-A902-D23BA7968C92}" srcOrd="3" destOrd="0" presId="urn:microsoft.com/office/officeart/2018/5/layout/CenteredIconLabelDescriptionList"/>
    <dgm:cxn modelId="{302B46D5-555A-4DB5-885F-21D7330DDA63}" type="presParOf" srcId="{6C44DBF3-6E9D-43A1-9660-3E64B826B7C1}" destId="{F6E94937-8904-4FD6-B0DC-21A0692C089D}" srcOrd="4" destOrd="0" presId="urn:microsoft.com/office/officeart/2018/5/layout/CenteredIconLabelDescriptionList"/>
    <dgm:cxn modelId="{830C99C7-A2A5-444D-89EB-1662A06E83AC}" type="presParOf" srcId="{F6E94937-8904-4FD6-B0DC-21A0692C089D}" destId="{93CC4216-C269-4CBB-B1D7-3C3126A1B4D8}" srcOrd="0" destOrd="0" presId="urn:microsoft.com/office/officeart/2018/5/layout/CenteredIconLabelDescriptionList"/>
    <dgm:cxn modelId="{0CD3F2D7-3460-4842-AD0B-CDF478C60A68}" type="presParOf" srcId="{F6E94937-8904-4FD6-B0DC-21A0692C089D}" destId="{8FCAD50D-CCED-4B71-82F4-EBFCBE74FC69}" srcOrd="1" destOrd="0" presId="urn:microsoft.com/office/officeart/2018/5/layout/CenteredIconLabelDescriptionList"/>
    <dgm:cxn modelId="{8B3A1DE4-BB3D-4A90-85E9-4718623B35BD}" type="presParOf" srcId="{F6E94937-8904-4FD6-B0DC-21A0692C089D}" destId="{A26EA367-1D97-48D3-ACFE-CDA90B099CE7}" srcOrd="2" destOrd="0" presId="urn:microsoft.com/office/officeart/2018/5/layout/CenteredIconLabelDescriptionList"/>
    <dgm:cxn modelId="{514D9F78-010F-495D-96B2-6BFBD63DF3ED}" type="presParOf" srcId="{F6E94937-8904-4FD6-B0DC-21A0692C089D}" destId="{B8744EE7-AD1E-4535-B829-F2B9DB98DF45}" srcOrd="3" destOrd="0" presId="urn:microsoft.com/office/officeart/2018/5/layout/CenteredIconLabelDescriptionList"/>
    <dgm:cxn modelId="{D2F9BA6B-3D28-4FA5-8F7C-2F9A1A6E61E7}" type="presParOf" srcId="{F6E94937-8904-4FD6-B0DC-21A0692C089D}" destId="{DE0A776A-BA95-4A70-B64B-B0C9EBEB0CD5}" srcOrd="4" destOrd="0" presId="urn:microsoft.com/office/officeart/2018/5/layout/CenteredIconLabelDescriptionList"/>
    <dgm:cxn modelId="{DD0F7C5F-03C5-4ED3-8243-2325D733D53A}" type="presParOf" srcId="{6C44DBF3-6E9D-43A1-9660-3E64B826B7C1}" destId="{34D52022-B124-4CAD-8253-E4B046ABB416}" srcOrd="5" destOrd="0" presId="urn:microsoft.com/office/officeart/2018/5/layout/CenteredIconLabelDescriptionList"/>
    <dgm:cxn modelId="{5665A2B4-D02B-4DF7-8A5E-E55BC40C5302}" type="presParOf" srcId="{6C44DBF3-6E9D-43A1-9660-3E64B826B7C1}" destId="{F0963979-DCE5-4AD0-A508-DD6A6C00C24B}" srcOrd="6" destOrd="0" presId="urn:microsoft.com/office/officeart/2018/5/layout/CenteredIconLabelDescriptionList"/>
    <dgm:cxn modelId="{9F892AEE-B560-4325-99A0-2337294452D8}" type="presParOf" srcId="{F0963979-DCE5-4AD0-A508-DD6A6C00C24B}" destId="{4C1337D1-EA26-4387-990C-F9B3F1C3AA71}" srcOrd="0" destOrd="0" presId="urn:microsoft.com/office/officeart/2018/5/layout/CenteredIconLabelDescriptionList"/>
    <dgm:cxn modelId="{A7026872-6AAB-4387-9810-F5C15B3323BD}" type="presParOf" srcId="{F0963979-DCE5-4AD0-A508-DD6A6C00C24B}" destId="{46995DA3-508C-4744-902C-1755F2FE7FE8}" srcOrd="1" destOrd="0" presId="urn:microsoft.com/office/officeart/2018/5/layout/CenteredIconLabelDescriptionList"/>
    <dgm:cxn modelId="{5566DDBD-A4C2-4F27-AFCB-33F4DA26A582}" type="presParOf" srcId="{F0963979-DCE5-4AD0-A508-DD6A6C00C24B}" destId="{0265FA0D-3ADC-4002-936C-B2C544F9D876}" srcOrd="2" destOrd="0" presId="urn:microsoft.com/office/officeart/2018/5/layout/CenteredIconLabelDescriptionList"/>
    <dgm:cxn modelId="{903F198C-975F-4BF7-B5E7-3C3426FBCBB5}" type="presParOf" srcId="{F0963979-DCE5-4AD0-A508-DD6A6C00C24B}" destId="{7477D322-E749-4A18-860D-434734A432F2}" srcOrd="3" destOrd="0" presId="urn:microsoft.com/office/officeart/2018/5/layout/CenteredIconLabelDescriptionList"/>
    <dgm:cxn modelId="{141BF792-D0F4-418C-923F-CB9326BFEDBA}" type="presParOf" srcId="{F0963979-DCE5-4AD0-A508-DD6A6C00C24B}" destId="{9493D3A1-D24E-4A9A-84F5-43E15B759C3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AD816-ACDA-4169-A290-C9A2609E540F}">
      <dsp:nvSpPr>
        <dsp:cNvPr id="0" name=""/>
        <dsp:cNvSpPr/>
      </dsp:nvSpPr>
      <dsp:spPr>
        <a:xfrm>
          <a:off x="82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B9BB4-C2ED-4D60-AC68-E47FDFC782D8}">
      <dsp:nvSpPr>
        <dsp:cNvPr id="0" name=""/>
        <dsp:cNvSpPr/>
      </dsp:nvSpPr>
      <dsp:spPr>
        <a:xfrm>
          <a:off x="33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/>
            <a:t>Organizzare un viaggio non è così semplice</a:t>
          </a:r>
          <a:endParaRPr lang="en-US" sz="1500" kern="1200" dirty="0"/>
        </a:p>
      </dsp:txBody>
      <dsp:txXfrm>
        <a:off x="333914" y="2276522"/>
        <a:ext cx="1800000" cy="720000"/>
      </dsp:txXfrm>
    </dsp:sp>
    <dsp:sp modelId="{2428DD29-BB34-444E-BD62-35BF552F7782}">
      <dsp:nvSpPr>
        <dsp:cNvPr id="0" name=""/>
        <dsp:cNvSpPr/>
      </dsp:nvSpPr>
      <dsp:spPr>
        <a:xfrm>
          <a:off x="2943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076A6-DD5B-4097-B84C-9423A4F70AA1}">
      <dsp:nvSpPr>
        <dsp:cNvPr id="0" name=""/>
        <dsp:cNvSpPr/>
      </dsp:nvSpPr>
      <dsp:spPr>
        <a:xfrm>
          <a:off x="244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Troppe informazioni da gestire</a:t>
          </a:r>
          <a:endParaRPr lang="en-US" sz="1500" kern="1200"/>
        </a:p>
      </dsp:txBody>
      <dsp:txXfrm>
        <a:off x="2448914" y="2276522"/>
        <a:ext cx="1800000" cy="720000"/>
      </dsp:txXfrm>
    </dsp:sp>
    <dsp:sp modelId="{7180300B-1150-46A8-B515-A47768E239B3}">
      <dsp:nvSpPr>
        <dsp:cNvPr id="0" name=""/>
        <dsp:cNvSpPr/>
      </dsp:nvSpPr>
      <dsp:spPr>
        <a:xfrm>
          <a:off x="505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312C0-CB3F-4C6F-9170-0CC2810BD0F5}">
      <dsp:nvSpPr>
        <dsp:cNvPr id="0" name=""/>
        <dsp:cNvSpPr/>
      </dsp:nvSpPr>
      <dsp:spPr>
        <a:xfrm>
          <a:off x="456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Pianificazione manuale lenta e inefficiente </a:t>
          </a:r>
          <a:endParaRPr lang="en-US" sz="1500" kern="1200" dirty="0"/>
        </a:p>
      </dsp:txBody>
      <dsp:txXfrm>
        <a:off x="4563914" y="2276522"/>
        <a:ext cx="1800000" cy="720000"/>
      </dsp:txXfrm>
    </dsp:sp>
    <dsp:sp modelId="{73BECE9D-2C51-4BB6-B0B7-E3612D3DA794}">
      <dsp:nvSpPr>
        <dsp:cNvPr id="0" name=""/>
        <dsp:cNvSpPr/>
      </dsp:nvSpPr>
      <dsp:spPr>
        <a:xfrm>
          <a:off x="7173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65AEB-9141-43E7-A398-D5F55FD634F6}">
      <dsp:nvSpPr>
        <dsp:cNvPr id="0" name=""/>
        <dsp:cNvSpPr/>
      </dsp:nvSpPr>
      <dsp:spPr>
        <a:xfrm>
          <a:off x="667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Percorsi spesso poco ottimizzati </a:t>
          </a:r>
          <a:endParaRPr lang="en-US" sz="1500" kern="1200"/>
        </a:p>
      </dsp:txBody>
      <dsp:txXfrm>
        <a:off x="6678914" y="2276522"/>
        <a:ext cx="1800000" cy="720000"/>
      </dsp:txXfrm>
    </dsp:sp>
    <dsp:sp modelId="{D22A71F3-3AA0-4679-9775-E05DF7852801}">
      <dsp:nvSpPr>
        <dsp:cNvPr id="0" name=""/>
        <dsp:cNvSpPr/>
      </dsp:nvSpPr>
      <dsp:spPr>
        <a:xfrm>
          <a:off x="928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5F21E-A284-4C7A-9DCD-3FA7C56AD0C0}">
      <dsp:nvSpPr>
        <dsp:cNvPr id="0" name=""/>
        <dsp:cNvSpPr/>
      </dsp:nvSpPr>
      <dsp:spPr>
        <a:xfrm>
          <a:off x="879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Rischio di perdere tempo invece di godersi l’esperienza</a:t>
          </a:r>
          <a:endParaRPr lang="en-US" sz="1500" kern="1200"/>
        </a:p>
      </dsp:txBody>
      <dsp:txXfrm>
        <a:off x="8793914" y="227652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1F241-847A-4B41-B143-17BCD92EDC58}">
      <dsp:nvSpPr>
        <dsp:cNvPr id="0" name=""/>
        <dsp:cNvSpPr/>
      </dsp:nvSpPr>
      <dsp:spPr>
        <a:xfrm>
          <a:off x="456185" y="887983"/>
          <a:ext cx="745136" cy="74513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BB519-19F6-4909-A5E5-838463FBBCB5}">
      <dsp:nvSpPr>
        <dsp:cNvPr id="0" name=""/>
        <dsp:cNvSpPr/>
      </dsp:nvSpPr>
      <dsp:spPr>
        <a:xfrm>
          <a:off x="824" y="1881671"/>
          <a:ext cx="1655859" cy="66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Ottimizzazione automatica del percorso in maniera da ridurre  tempi di percorrenza e distanze  </a:t>
          </a:r>
        </a:p>
      </dsp:txBody>
      <dsp:txXfrm>
        <a:off x="824" y="1881671"/>
        <a:ext cx="1655859" cy="662343"/>
      </dsp:txXfrm>
    </dsp:sp>
    <dsp:sp modelId="{AAEB3149-F950-4242-9B03-283A7EAB597B}">
      <dsp:nvSpPr>
        <dsp:cNvPr id="0" name=""/>
        <dsp:cNvSpPr/>
      </dsp:nvSpPr>
      <dsp:spPr>
        <a:xfrm>
          <a:off x="2401820" y="887983"/>
          <a:ext cx="745136" cy="74513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B8BF0E-AE5C-4714-92D6-0F84BD365DBF}">
      <dsp:nvSpPr>
        <dsp:cNvPr id="0" name=""/>
        <dsp:cNvSpPr/>
      </dsp:nvSpPr>
      <dsp:spPr>
        <a:xfrm>
          <a:off x="1946459" y="1881671"/>
          <a:ext cx="1655859" cy="66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Itinerari personalizzati in base al tempo disponibile rispettando vincoli reali</a:t>
          </a:r>
        </a:p>
      </dsp:txBody>
      <dsp:txXfrm>
        <a:off x="1946459" y="1881671"/>
        <a:ext cx="1655859" cy="662343"/>
      </dsp:txXfrm>
    </dsp:sp>
    <dsp:sp modelId="{F1357B1E-C972-4BC4-B31A-059D77F44CFD}">
      <dsp:nvSpPr>
        <dsp:cNvPr id="0" name=""/>
        <dsp:cNvSpPr/>
      </dsp:nvSpPr>
      <dsp:spPr>
        <a:xfrm>
          <a:off x="4347455" y="887983"/>
          <a:ext cx="745136" cy="74513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7E7BF-2943-43B7-B247-5EE1091DAF2D}">
      <dsp:nvSpPr>
        <dsp:cNvPr id="0" name=""/>
        <dsp:cNvSpPr/>
      </dsp:nvSpPr>
      <dsp:spPr>
        <a:xfrm>
          <a:off x="3892093" y="1881671"/>
          <a:ext cx="1655859" cy="66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Modifica dinamica delle tappe e gestione completa dei viaggi</a:t>
          </a:r>
        </a:p>
      </dsp:txBody>
      <dsp:txXfrm>
        <a:off x="3892093" y="1881671"/>
        <a:ext cx="1655859" cy="662343"/>
      </dsp:txXfrm>
    </dsp:sp>
    <dsp:sp modelId="{3AEF1D3A-669A-4722-998E-9635C3E60F33}">
      <dsp:nvSpPr>
        <dsp:cNvPr id="0" name=""/>
        <dsp:cNvSpPr/>
      </dsp:nvSpPr>
      <dsp:spPr>
        <a:xfrm>
          <a:off x="6293089" y="887983"/>
          <a:ext cx="745136" cy="74513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A688E-4B2B-4E19-93FB-3C8B44779F0A}">
      <dsp:nvSpPr>
        <dsp:cNvPr id="0" name=""/>
        <dsp:cNvSpPr/>
      </dsp:nvSpPr>
      <dsp:spPr>
        <a:xfrm>
          <a:off x="5837728" y="1881671"/>
          <a:ext cx="1655859" cy="66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Condivisione tramite catalogo o pdf</a:t>
          </a:r>
        </a:p>
      </dsp:txBody>
      <dsp:txXfrm>
        <a:off x="5837728" y="1881671"/>
        <a:ext cx="1655859" cy="662343"/>
      </dsp:txXfrm>
    </dsp:sp>
    <dsp:sp modelId="{88DC0731-82A4-4DD0-95A8-14E9FC0AB354}">
      <dsp:nvSpPr>
        <dsp:cNvPr id="0" name=""/>
        <dsp:cNvSpPr/>
      </dsp:nvSpPr>
      <dsp:spPr>
        <a:xfrm>
          <a:off x="8238724" y="887983"/>
          <a:ext cx="745136" cy="74513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34F58E-5E96-40E3-81F6-8CB6307960E9}">
      <dsp:nvSpPr>
        <dsp:cNvPr id="0" name=""/>
        <dsp:cNvSpPr/>
      </dsp:nvSpPr>
      <dsp:spPr>
        <a:xfrm>
          <a:off x="7783363" y="1881671"/>
          <a:ext cx="1655859" cy="66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Sistema sicuro di autenticazione e gestione utente</a:t>
          </a:r>
        </a:p>
      </dsp:txBody>
      <dsp:txXfrm>
        <a:off x="7783363" y="1881671"/>
        <a:ext cx="1655859" cy="6623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BF7D5-0FE9-40B4-8E59-5A20A58668A9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45047-107B-49F8-82BD-E91F6EBAA16D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32808-F803-48B2-91E0-23876E64BD1B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 baseline="0"/>
            <a:t>Autenticazione:</a:t>
          </a:r>
          <a:r>
            <a:rPr lang="it-IT" sz="1700" b="0" i="0" kern="1200" baseline="0"/>
            <a:t> Validazione dei flussi di login e registrazione; asserzioni sulla corretta generazione dei token JWT.</a:t>
          </a:r>
          <a:endParaRPr lang="en-US" sz="1700" kern="1200"/>
        </a:p>
      </dsp:txBody>
      <dsp:txXfrm>
        <a:off x="1948202" y="368029"/>
        <a:ext cx="3233964" cy="1371985"/>
      </dsp:txXfrm>
    </dsp:sp>
    <dsp:sp modelId="{6A349E36-72CF-4A94-A213-E17F5D19ED97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CE9F00-0E08-463C-BA1D-50F5D5CEA531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2BB34-16AB-4A3D-AB76-9EE5F5EA62A5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 baseline="0"/>
            <a:t>Gestione Dati:</a:t>
          </a:r>
          <a:r>
            <a:rPr lang="it-IT" sz="1700" b="0" i="0" kern="1200" baseline="0"/>
            <a:t> Test dei meccanismi di recupero tramite </a:t>
          </a:r>
          <a:r>
            <a:rPr lang="it-IT" sz="1700" b="0" i="1" kern="1200" baseline="0"/>
            <a:t>Overpass API</a:t>
          </a:r>
          <a:r>
            <a:rPr lang="it-IT" sz="1700" b="0" i="0" kern="1200" baseline="0"/>
            <a:t> e successiva persistenza su </a:t>
          </a:r>
          <a:r>
            <a:rPr lang="it-IT" sz="1700" b="0" i="1" kern="1200" baseline="0"/>
            <a:t>MongoDB</a:t>
          </a:r>
          <a:r>
            <a:rPr lang="it-IT" sz="1700" b="0" i="0" kern="1200" baseline="0"/>
            <a:t>.</a:t>
          </a:r>
          <a:endParaRPr lang="en-US" sz="1700" kern="1200"/>
        </a:p>
      </dsp:txBody>
      <dsp:txXfrm>
        <a:off x="7411643" y="368029"/>
        <a:ext cx="3233964" cy="1371985"/>
      </dsp:txXfrm>
    </dsp:sp>
    <dsp:sp modelId="{99F90BD1-AD4D-4BFA-A403-E172EB7E336D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F1232D-8C9B-47D0-B2A4-DD9BF9F064C5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41B2E-FD2C-4C79-A457-7175AA526299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 baseline="0"/>
            <a:t>Algoritmo: </a:t>
          </a:r>
          <a:r>
            <a:rPr lang="it-IT" sz="1700" b="0" i="0" kern="1200" baseline="0"/>
            <a:t>Verifica approfondita delle euristiche utilizzate per calcolare il percorso ottimo.</a:t>
          </a:r>
          <a:endParaRPr lang="en-US" sz="1700" i="0" kern="1200"/>
        </a:p>
      </dsp:txBody>
      <dsp:txXfrm>
        <a:off x="1948202" y="2452790"/>
        <a:ext cx="3233964" cy="1371985"/>
      </dsp:txXfrm>
    </dsp:sp>
    <dsp:sp modelId="{41302C93-45DA-4AE0-8D89-180DF3D703C4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67450E-9DA5-4362-B0CF-AF55A04E9C5A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6CBA9-0F32-4547-8A46-460FD4935293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 baseline="0"/>
            <a:t>Validazione Itinerari:</a:t>
          </a:r>
          <a:r>
            <a:rPr lang="it-IT" sz="1700" b="0" i="0" kern="1200" baseline="0"/>
            <a:t> Asserzioni matematiche su calcolo delle distanze, coerenza temporale del tour e assenza di tappe duplica</a:t>
          </a:r>
          <a:endParaRPr lang="en-US" sz="1700" kern="1200"/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BF7D5-0FE9-40B4-8E59-5A20A58668A9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45047-107B-49F8-82BD-E91F6EBAA16D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32808-F803-48B2-91E0-23876E64BD1B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/>
            <a:t>Sicurezza </a:t>
          </a:r>
          <a:r>
            <a:rPr lang="it-IT" sz="1300" kern="1200"/>
            <a:t>Asserzioni sul rifiuto di token malformati, revocati o scaduti e verifica accessibilità degli endpoint pubblici.</a:t>
          </a:r>
          <a:endParaRPr lang="en-US" sz="1300" kern="1200"/>
        </a:p>
      </dsp:txBody>
      <dsp:txXfrm>
        <a:off x="1948202" y="368029"/>
        <a:ext cx="3233964" cy="1371985"/>
      </dsp:txXfrm>
    </dsp:sp>
    <dsp:sp modelId="{6A349E36-72CF-4A94-A213-E17F5D19ED97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CE9F00-0E08-463C-BA1D-50F5D5CEA531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2BB34-16AB-4A3D-AB76-9EE5F5EA62A5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/>
            <a:t>Livello Controller:</a:t>
          </a:r>
          <a:r>
            <a:rPr lang="it-IT" sz="1300" kern="1200"/>
            <a:t> Verifica dei codici di stato HTTP e delle transizioni di stato per catalogo, preferiti e storico viaggi</a:t>
          </a:r>
          <a:endParaRPr lang="en-US" sz="1300" kern="1200"/>
        </a:p>
      </dsp:txBody>
      <dsp:txXfrm>
        <a:off x="7411643" y="368029"/>
        <a:ext cx="3233964" cy="1371985"/>
      </dsp:txXfrm>
    </dsp:sp>
    <dsp:sp modelId="{41302C93-45DA-4AE0-8D89-180DF3D703C4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67450E-9DA5-4362-B0CF-AF55A04E9C5A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6CBA9-0F32-4547-8A46-460FD4935293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/>
            <a:t>Livello Service :</a:t>
          </a:r>
          <a:r>
            <a:rPr lang="it-IT" sz="1300" kern="1200"/>
            <a:t>Test rigorosi su pubblicazione/modifica consentite solo al proprietario.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Validazione dei limiti di generazione algoritmica rispetto dei vincoli temporali previsti.</a:t>
          </a:r>
        </a:p>
      </dsp:txBody>
      <dsp:txXfrm>
        <a:off x="1948202" y="2452790"/>
        <a:ext cx="3233964" cy="1371985"/>
      </dsp:txXfrm>
    </dsp:sp>
    <dsp:sp modelId="{D29FD583-F09D-4BF0-BF68-C22163194D4B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55CBF-434B-4869-B877-B0AEFEB95DDF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5CF7E-877B-457F-BAD5-19D9B8150AFE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Verifica della corretta persistenza nel database delle modifiche alle tappe.</a:t>
          </a:r>
          <a:endParaRPr lang="en-US" sz="1300" kern="1200"/>
        </a:p>
      </dsp:txBody>
      <dsp:txXfrm>
        <a:off x="7411643" y="2452790"/>
        <a:ext cx="3233964" cy="13719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BF7D5-0FE9-40B4-8E59-5A20A58668A9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45047-107B-49F8-82BD-E91F6EBAA16D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32808-F803-48B2-91E0-23876E64BD1B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/>
            <a:t>Profilo Utente:</a:t>
          </a:r>
          <a:r>
            <a:rPr lang="it-IT" sz="1100" kern="1200"/>
            <a:t> Test sulle operazioni CRUD e sull'eliminazione account con rimozione a cascata dei dati correlati.</a:t>
          </a:r>
          <a:endParaRPr lang="en-US" sz="1100" kern="1200"/>
        </a:p>
      </dsp:txBody>
      <dsp:txXfrm>
        <a:off x="1312541" y="1640565"/>
        <a:ext cx="2148945" cy="911674"/>
      </dsp:txXfrm>
    </dsp:sp>
    <dsp:sp modelId="{99F90BD1-AD4D-4BFA-A403-E172EB7E336D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F1232D-8C9B-47D0-B2A4-DD9BF9F064C5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41B2E-FD2C-4C79-A457-7175AA526299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/>
            <a:t>Motore di Ottimizzazione:</a:t>
          </a:r>
          <a:endParaRPr lang="it-IT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Validazione matematica e verifica della simmetria nelle matrici di distanza. Test di correttezza geometrica sulle tratte calcolate tramite integrazione con </a:t>
          </a:r>
          <a:r>
            <a:rPr lang="it-IT" sz="1100" i="1" kern="1200" err="1"/>
            <a:t>GraphHopper</a:t>
          </a:r>
          <a:r>
            <a:rPr lang="it-IT" sz="1100" b="0" i="0" kern="1200" baseline="0"/>
            <a:t>.</a:t>
          </a:r>
          <a:endParaRPr lang="en-US" sz="1100" i="0" kern="1200"/>
        </a:p>
      </dsp:txBody>
      <dsp:txXfrm>
        <a:off x="4942957" y="1640565"/>
        <a:ext cx="2148945" cy="911674"/>
      </dsp:txXfrm>
    </dsp:sp>
    <dsp:sp modelId="{6A349E36-72CF-4A94-A213-E17F5D19ED97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CE9F00-0E08-463C-BA1D-50F5D5CEA531}">
      <dsp:nvSpPr>
        <dsp:cNvPr id="0" name=""/>
        <dsp:cNvSpPr/>
      </dsp:nvSpPr>
      <dsp:spPr>
        <a:xfrm>
          <a:off x="7646905" y="1839768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2BB34-16AB-4A3D-AB76-9EE5F5EA62A5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/>
            <a:t>Servizi Accessori:</a:t>
          </a:r>
          <a:endParaRPr lang="it-IT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Test di generazione PDF, inclusa la gestione di </a:t>
          </a:r>
          <a:r>
            <a:rPr lang="it-IT" sz="1100" i="1" kern="1200" err="1"/>
            <a:t>edge</a:t>
          </a:r>
          <a:r>
            <a:rPr lang="it-IT" sz="1100" i="1" kern="1200"/>
            <a:t> </a:t>
          </a:r>
          <a:r>
            <a:rPr lang="it-IT" sz="1100" i="1" kern="1200" err="1"/>
            <a:t>cases</a:t>
          </a:r>
          <a:r>
            <a:rPr lang="it-IT" sz="1100" kern="1200"/>
            <a:t> (es. monumento inesistente).</a:t>
          </a:r>
          <a:endParaRPr lang="en-US" sz="1100" kern="1200"/>
        </a:p>
      </dsp:txBody>
      <dsp:txXfrm>
        <a:off x="8573374" y="1640565"/>
        <a:ext cx="2148945" cy="9116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CD1471-8D2B-4092-BDB5-C79A3B0FA8D0}">
      <dsp:nvSpPr>
        <dsp:cNvPr id="0" name=""/>
        <dsp:cNvSpPr/>
      </dsp:nvSpPr>
      <dsp:spPr>
        <a:xfrm>
          <a:off x="788484" y="715111"/>
          <a:ext cx="844593" cy="844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63793-9DF5-44C8-83A0-7D2E013C85E4}">
      <dsp:nvSpPr>
        <dsp:cNvPr id="0" name=""/>
        <dsp:cNvSpPr/>
      </dsp:nvSpPr>
      <dsp:spPr>
        <a:xfrm>
          <a:off x="4219" y="1678496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/>
            <a:t>Obiettivi Raggiunti</a:t>
          </a:r>
          <a:endParaRPr lang="en-US" sz="1800" kern="1200"/>
        </a:p>
      </dsp:txBody>
      <dsp:txXfrm>
        <a:off x="4219" y="1678496"/>
        <a:ext cx="2413125" cy="361968"/>
      </dsp:txXfrm>
    </dsp:sp>
    <dsp:sp modelId="{4BBC9CC0-0291-4EA6-81B5-E08851E57CB1}">
      <dsp:nvSpPr>
        <dsp:cNvPr id="0" name=""/>
        <dsp:cNvSpPr/>
      </dsp:nvSpPr>
      <dsp:spPr>
        <a:xfrm>
          <a:off x="4219" y="2095717"/>
          <a:ext cx="2413125" cy="138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Sviluppo di una piattaforma web completa, intuitiva e funzionante che automatizza e ottimizza la pianificazione degli itinerari turistici.</a:t>
          </a:r>
        </a:p>
      </dsp:txBody>
      <dsp:txXfrm>
        <a:off x="4219" y="2095717"/>
        <a:ext cx="2413125" cy="1381976"/>
      </dsp:txXfrm>
    </dsp:sp>
    <dsp:sp modelId="{498E10E3-62F7-44A9-AF2C-798AA2872E72}">
      <dsp:nvSpPr>
        <dsp:cNvPr id="0" name=""/>
        <dsp:cNvSpPr/>
      </dsp:nvSpPr>
      <dsp:spPr>
        <a:xfrm>
          <a:off x="3623906" y="715111"/>
          <a:ext cx="844593" cy="844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DB724-39EA-4464-97FB-8605F8B9E56B}">
      <dsp:nvSpPr>
        <dsp:cNvPr id="0" name=""/>
        <dsp:cNvSpPr/>
      </dsp:nvSpPr>
      <dsp:spPr>
        <a:xfrm>
          <a:off x="2839641" y="1678496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/>
            <a:t>Solidità Architetturale</a:t>
          </a:r>
          <a:endParaRPr lang="en-US" sz="1800" kern="1200"/>
        </a:p>
      </dsp:txBody>
      <dsp:txXfrm>
        <a:off x="2839641" y="1678496"/>
        <a:ext cx="2413125" cy="361968"/>
      </dsp:txXfrm>
    </dsp:sp>
    <dsp:sp modelId="{A670BAF5-3D9A-444B-982F-27FB5F78DC45}">
      <dsp:nvSpPr>
        <dsp:cNvPr id="0" name=""/>
        <dsp:cNvSpPr/>
      </dsp:nvSpPr>
      <dsp:spPr>
        <a:xfrm>
          <a:off x="2839641" y="2095717"/>
          <a:ext cx="2413125" cy="138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La netta separazione dei layer tra ReactJS, Spring Boot e MongoDB ha garantito un sistema modulare, scalabile e semplice da mantenere.</a:t>
          </a:r>
        </a:p>
      </dsp:txBody>
      <dsp:txXfrm>
        <a:off x="2839641" y="2095717"/>
        <a:ext cx="2413125" cy="1381976"/>
      </dsp:txXfrm>
    </dsp:sp>
    <dsp:sp modelId="{93CC4216-C269-4CBB-B1D7-3C3126A1B4D8}">
      <dsp:nvSpPr>
        <dsp:cNvPr id="0" name=""/>
        <dsp:cNvSpPr/>
      </dsp:nvSpPr>
      <dsp:spPr>
        <a:xfrm>
          <a:off x="6459328" y="715111"/>
          <a:ext cx="844593" cy="844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6EA367-1D97-48D3-ACFE-CDA90B099CE7}">
      <dsp:nvSpPr>
        <dsp:cNvPr id="0" name=""/>
        <dsp:cNvSpPr/>
      </dsp:nvSpPr>
      <dsp:spPr>
        <a:xfrm>
          <a:off x="5675062" y="1678496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/>
            <a:t>Qualità del Software</a:t>
          </a:r>
          <a:endParaRPr lang="en-US" sz="1800" kern="1200"/>
        </a:p>
      </dsp:txBody>
      <dsp:txXfrm>
        <a:off x="5675062" y="1678496"/>
        <a:ext cx="2413125" cy="361968"/>
      </dsp:txXfrm>
    </dsp:sp>
    <dsp:sp modelId="{DE0A776A-BA95-4A70-B64B-B0C9EBEB0CD5}">
      <dsp:nvSpPr>
        <dsp:cNvPr id="0" name=""/>
        <dsp:cNvSpPr/>
      </dsp:nvSpPr>
      <dsp:spPr>
        <a:xfrm>
          <a:off x="5675062" y="2095717"/>
          <a:ext cx="2413125" cy="138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 test dinamici e l’analisi statica hanno confermato un’architettura con basso accoppiamento e alta coesione.</a:t>
          </a:r>
        </a:p>
      </dsp:txBody>
      <dsp:txXfrm>
        <a:off x="5675062" y="2095717"/>
        <a:ext cx="2413125" cy="1381976"/>
      </dsp:txXfrm>
    </dsp:sp>
    <dsp:sp modelId="{4C1337D1-EA26-4387-990C-F9B3F1C3AA71}">
      <dsp:nvSpPr>
        <dsp:cNvPr id="0" name=""/>
        <dsp:cNvSpPr/>
      </dsp:nvSpPr>
      <dsp:spPr>
        <a:xfrm>
          <a:off x="9294750" y="715111"/>
          <a:ext cx="844593" cy="844593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65FA0D-3ADC-4002-936C-B2C544F9D876}">
      <dsp:nvSpPr>
        <dsp:cNvPr id="0" name=""/>
        <dsp:cNvSpPr/>
      </dsp:nvSpPr>
      <dsp:spPr>
        <a:xfrm>
          <a:off x="8510484" y="1678496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/>
            <a:t>Proposte Future</a:t>
          </a:r>
          <a:endParaRPr lang="en-US" sz="1800" kern="1200"/>
        </a:p>
      </dsp:txBody>
      <dsp:txXfrm>
        <a:off x="8510484" y="1678496"/>
        <a:ext cx="2413125" cy="361968"/>
      </dsp:txXfrm>
    </dsp:sp>
    <dsp:sp modelId="{9493D3A1-D24E-4A9A-84F5-43E15B759C38}">
      <dsp:nvSpPr>
        <dsp:cNvPr id="0" name=""/>
        <dsp:cNvSpPr/>
      </dsp:nvSpPr>
      <dsp:spPr>
        <a:xfrm>
          <a:off x="8510484" y="2095717"/>
          <a:ext cx="2413125" cy="138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Integrazione dei mezzi di trasporto pubblici nel calcolo di percorsi.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Sistema </a:t>
          </a:r>
          <a:r>
            <a:rPr lang="en-US" sz="1400" kern="1200" err="1"/>
            <a:t>avanzato</a:t>
          </a:r>
          <a:r>
            <a:rPr lang="en-US" sz="1400" kern="1200"/>
            <a:t> di rating e </a:t>
          </a:r>
          <a:r>
            <a:rPr lang="en-US" sz="1400" kern="1200" err="1"/>
            <a:t>recensioni</a:t>
          </a:r>
          <a:r>
            <a:rPr lang="en-US" sz="1400" kern="1200"/>
            <a:t> per il </a:t>
          </a:r>
          <a:r>
            <a:rPr lang="en-US" sz="1400" kern="1200" err="1"/>
            <a:t>catalogo</a:t>
          </a:r>
          <a:r>
            <a:rPr lang="en-US" sz="1400" kern="1200"/>
            <a:t> </a:t>
          </a:r>
          <a:r>
            <a:rPr lang="en-US" sz="1400" kern="1200" err="1"/>
            <a:t>pubblico</a:t>
          </a:r>
          <a:r>
            <a:rPr lang="en-US" sz="1400" kern="1200"/>
            <a:t>.</a:t>
          </a:r>
        </a:p>
      </dsp:txBody>
      <dsp:txXfrm>
        <a:off x="8510484" y="2095717"/>
        <a:ext cx="2413125" cy="1381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8E6DC-87FD-4BF9-B879-C0B78F2D61FB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4B9D7-7BC4-4057-B741-1F1362CAF0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79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Nasce con l’obiettivo di aiutare un turista nella pianificazione di un viaggio in maniera ottimale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8400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C96B5-A870-C066-9C40-ED19622AC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39560AA-634C-BBE5-B375-BCADD6550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1808576-EBD4-1196-D667-3A56B2A5A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ADAF09-368C-55E6-96EC-699FAF04D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94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Questo diagramma rappresenta in modo sintetico tutte le principali funzionalità offerte dal sistema e il modo in cui l’utente interagisce con esse.</a:t>
            </a:r>
            <a:br>
              <a:rPr lang="it-IT"/>
            </a:br>
            <a:r>
              <a:rPr lang="it-IT"/>
              <a:t>Per quanto riguarda gli attori, abbiamo l’</a:t>
            </a:r>
            <a:r>
              <a:rPr lang="it-IT" b="1"/>
              <a:t>utente</a:t>
            </a:r>
            <a:r>
              <a:rPr lang="it-IT"/>
              <a:t> che </a:t>
            </a:r>
            <a:r>
              <a:rPr lang="it-IT" b="1"/>
              <a:t>interagisce con l’interfaccia dell’applicazione, </a:t>
            </a:r>
            <a:r>
              <a:rPr lang="it-IT"/>
              <a:t>il </a:t>
            </a:r>
            <a:r>
              <a:rPr lang="it-IT" b="1"/>
              <a:t>sistema che gestisce le operazioni interne </a:t>
            </a:r>
            <a:r>
              <a:rPr lang="it-IT" b="0"/>
              <a:t>e un </a:t>
            </a:r>
            <a:r>
              <a:rPr lang="it-IT" b="1"/>
              <a:t>provider esterno fornisce i servizi geografici</a:t>
            </a:r>
            <a:r>
              <a:rPr lang="it-IT"/>
              <a:t>.</a:t>
            </a:r>
          </a:p>
          <a:p>
            <a:r>
              <a:rPr lang="it-IT" b="1" i="0" u="none"/>
              <a:t>4 aree funzionali</a:t>
            </a:r>
            <a:r>
              <a:rPr lang="it-IT" i="0" u="none"/>
              <a:t>:</a:t>
            </a:r>
          </a:p>
          <a:p>
            <a:r>
              <a:rPr lang="it-IT" i="0" u="none"/>
              <a:t>1 - </a:t>
            </a:r>
            <a:r>
              <a:rPr lang="it-IT" b="1" i="0" u="none"/>
              <a:t>Autenticazione e gestione profilo: </a:t>
            </a:r>
            <a:r>
              <a:rPr lang="it-IT" b="0" i="0" u="none"/>
              <a:t>login, registrazione, logout e gestione del profilo (modifica dati, cambio password o eliminazione profilo)</a:t>
            </a:r>
            <a:br>
              <a:rPr lang="it-IT" b="0" i="0" u="none"/>
            </a:br>
            <a:r>
              <a:rPr lang="it-IT" b="0" i="0" u="none"/>
              <a:t>2 - </a:t>
            </a:r>
            <a:r>
              <a:rPr lang="it-IT" b="1" i="0" u="none"/>
              <a:t>Visualizzazione e gestione percorsi: </a:t>
            </a:r>
            <a:r>
              <a:rPr lang="it-IT" b="0" i="0" u="none"/>
              <a:t>l’utente può consultare i percorsi salvati, lo storico o i preferiti applicando anche dei filtri di ricerca. Può condividere un viaggio o aggiungere recensioni.</a:t>
            </a:r>
            <a:br>
              <a:rPr lang="it-IT" b="0" i="0" u="none"/>
            </a:br>
            <a:r>
              <a:rPr lang="it-IT" b="0" i="0" u="none"/>
              <a:t>3 - </a:t>
            </a:r>
            <a:r>
              <a:rPr lang="it-IT" b="1" i="0" u="none"/>
              <a:t>C</a:t>
            </a:r>
            <a:r>
              <a:rPr lang="it-IT" b="1"/>
              <a:t>reazione e modifica dei viaggi: </a:t>
            </a:r>
            <a:r>
              <a:rPr lang="it-IT" b="0"/>
              <a:t>l’utente può creare un viaggio da zero, uno scelto casualmente da catalogo o generato casualmente. Una volta creato può modificare le tappe, aggiungendole o eliminandole.</a:t>
            </a:r>
            <a:r>
              <a:rPr lang="it-IT" b="0" i="0" u="none"/>
              <a:t> </a:t>
            </a:r>
          </a:p>
          <a:p>
            <a:r>
              <a:rPr lang="it-IT" b="0" i="0" u="none"/>
              <a:t>4- </a:t>
            </a:r>
            <a:r>
              <a:rPr lang="it-IT" b="1" i="0" u="none"/>
              <a:t>O</a:t>
            </a:r>
            <a:r>
              <a:rPr lang="it-IT" b="1"/>
              <a:t>ttimizzazione del percorso: </a:t>
            </a:r>
            <a:r>
              <a:rPr lang="it-IT"/>
              <a:t>L’utente può impostare le tempistiche desiderate e lasciare che il sistema calcoli il percorso ottimale in base ai vincoli scelti.</a:t>
            </a:r>
            <a:endParaRPr lang="it-IT" b="1" i="0" u="non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7204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MVC: </a:t>
            </a:r>
            <a:r>
              <a:rPr lang="it-IT" sz="1200"/>
              <a:t>separa la logica di presentazione, la logica di business e la gestione dei dati</a:t>
            </a:r>
          </a:p>
          <a:p>
            <a:br>
              <a:rPr lang="it-IT" sz="1200"/>
            </a:br>
            <a:r>
              <a:rPr lang="it-IT" b="1"/>
              <a:t>Client (Browser):</a:t>
            </a:r>
            <a:r>
              <a:rPr lang="it-IT"/>
              <a:t> L'utente interagisce con l'interfaccia (</a:t>
            </a:r>
            <a:r>
              <a:rPr lang="it-IT" err="1"/>
              <a:t>frontend</a:t>
            </a:r>
            <a:r>
              <a:rPr lang="it-IT"/>
              <a:t>) che invia richieste HTTP (GET, POST, PUT, DELETE) all'applicazione Spring Boot e riceve in cambio delle risposte in formato JSON.</a:t>
            </a:r>
            <a:br>
              <a:rPr lang="it-IT"/>
            </a:br>
            <a:r>
              <a:rPr lang="it-IT" b="1"/>
              <a:t>Controller Layer: </a:t>
            </a:r>
            <a:r>
              <a:rPr lang="it-IT"/>
              <a:t>Riceve la richiesta HTTP dal Client, valida i dati in ingresso, chiama il Service Layer appropriato per eseguire l'operazione richiesta e infine restituisce la risposta HTTP al Client. Comunica con l'esterno e con il Service </a:t>
            </a:r>
            <a:r>
              <a:rPr lang="it-IT" i="1"/>
              <a:t>esclusivamente</a:t>
            </a:r>
            <a:r>
              <a:rPr lang="it-IT"/>
              <a:t> tramite DTO.</a:t>
            </a:r>
            <a:br>
              <a:rPr lang="it-IT"/>
            </a:br>
            <a:r>
              <a:rPr lang="it-IT" b="1"/>
              <a:t>Service Layer: </a:t>
            </a:r>
            <a:r>
              <a:rPr lang="it-IT"/>
              <a:t>Contiene la </a:t>
            </a:r>
            <a:r>
              <a:rPr lang="it-IT" b="1"/>
              <a:t>logica di business</a:t>
            </a:r>
            <a:r>
              <a:rPr lang="it-IT"/>
              <a:t>. Applica regole, calcoli e trasformazioni. È responsabilità del Service convertire i dati che arrivano dal Controller (DTO) in oggetti che il database può capire (Model), e viceversa.</a:t>
            </a:r>
            <a:br>
              <a:rPr lang="it-IT"/>
            </a:br>
            <a:r>
              <a:rPr lang="it-IT" b="1"/>
              <a:t>Repository Layer:</a:t>
            </a:r>
            <a:r>
              <a:rPr lang="it-IT"/>
              <a:t> Si occupa esclusivamente della persistenza dei dati. Tramite framework come Spring Data, interagisce con il database sottostante (CRUD). Questo lavora solo con il Model.</a:t>
            </a:r>
            <a:br>
              <a:rPr lang="it-IT"/>
            </a:br>
            <a:r>
              <a:rPr lang="it-IT" b="1"/>
              <a:t>Model Layer:</a:t>
            </a:r>
            <a:r>
              <a:rPr lang="it-IT"/>
              <a:t> Rappresenta la struttura dei dati esattamente come sono salvati nel database. Le classi Model sono mappate direttamente sulle tabelle del DB.</a:t>
            </a:r>
            <a:br>
              <a:rPr lang="it-IT"/>
            </a:br>
            <a:r>
              <a:rPr lang="it-IT" b="1"/>
              <a:t>DTO (Data Transfer Object):</a:t>
            </a:r>
            <a:r>
              <a:rPr lang="it-IT"/>
              <a:t> È un oggetto "contenitore" usato per trasportare i dati tra il Client, il Controller e il Service Layer. Serve per disaccoppiare il Model dall'esterno.</a:t>
            </a:r>
            <a:br>
              <a:rPr lang="it-IT"/>
            </a:br>
            <a:r>
              <a:rPr lang="it-IT"/>
              <a:t>In questo modo:</a:t>
            </a:r>
          </a:p>
          <a:p>
            <a:r>
              <a:rPr lang="it-IT"/>
              <a:t>Puoi nascondere campi sensibili (es. non invii la password dell'utente al </a:t>
            </a:r>
            <a:r>
              <a:rPr lang="it-IT" err="1"/>
              <a:t>frontend</a:t>
            </a:r>
            <a:r>
              <a:rPr lang="it-IT"/>
              <a:t>).</a:t>
            </a:r>
          </a:p>
          <a:p>
            <a:r>
              <a:rPr lang="it-IT"/>
              <a:t>Puoi unire dati provenienti da più Model in un'unica risposta per il Client.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2318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B9036-2BA0-6170-FCE4-3F9DD1AE4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909E8E5-25AF-7091-BBDC-3C89DBC6D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94D29D1-FE52-F813-23D9-7E3F32786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Questo diagramma rappresenta l’architettura di deployment del sistema e mostra come i vari componenti interagiscono tra loro durante il funzionamento dell’applicazione.</a:t>
            </a:r>
            <a:br>
              <a:rPr lang="it-IT"/>
            </a:br>
            <a:r>
              <a:rPr lang="it-IT"/>
              <a:t>- </a:t>
            </a:r>
            <a:r>
              <a:rPr lang="it-IT" b="1"/>
              <a:t>Client Device: </a:t>
            </a:r>
            <a:r>
              <a:rPr lang="it-IT"/>
              <a:t>Qui l’utente utilizza un normale browser web, che comunica con il server tramite protocollo HTTP. Il browser ospita l’interfaccia utente, mentre tutte le operazioni reali vengono delegate all’Application Server.</a:t>
            </a:r>
            <a:br>
              <a:rPr lang="it-IT"/>
            </a:br>
            <a:r>
              <a:rPr lang="it-IT"/>
              <a:t>- </a:t>
            </a:r>
            <a:r>
              <a:rPr lang="it-IT" b="1"/>
              <a:t>Application Server: </a:t>
            </a:r>
            <a:r>
              <a:rPr lang="it-IT"/>
              <a:t>Qui sono presenti diversi servizi specializzati, ognuno con un ruolo preciso:</a:t>
            </a:r>
            <a:br>
              <a:rPr lang="it-IT"/>
            </a:br>
            <a:r>
              <a:rPr lang="it-IT"/>
              <a:t>	-&gt; </a:t>
            </a:r>
            <a:r>
              <a:rPr lang="it-IT">
                <a:effectLst/>
              </a:rPr>
              <a:t>l’</a:t>
            </a:r>
            <a:r>
              <a:rPr lang="it-IT" b="1">
                <a:effectLst/>
              </a:rPr>
              <a:t>Auth Service</a:t>
            </a:r>
            <a:r>
              <a:rPr lang="it-IT">
                <a:effectLst/>
              </a:rPr>
              <a:t> gestisce l’autenticazione e la sicurezza</a:t>
            </a:r>
            <a:endParaRPr lang="it-IT"/>
          </a:p>
          <a:p>
            <a:r>
              <a:rPr lang="it-IT">
                <a:effectLst/>
              </a:rPr>
              <a:t>	-&gt; l’</a:t>
            </a:r>
            <a:r>
              <a:rPr lang="it-IT" b="1" err="1">
                <a:effectLst/>
              </a:rPr>
              <a:t>Itinerary</a:t>
            </a:r>
            <a:r>
              <a:rPr lang="it-IT" b="1">
                <a:effectLst/>
              </a:rPr>
              <a:t> Service</a:t>
            </a:r>
            <a:r>
              <a:rPr lang="it-IT">
                <a:effectLst/>
              </a:rPr>
              <a:t> si occupa della creazione e gestione dei viaggi</a:t>
            </a:r>
            <a:endParaRPr lang="it-IT"/>
          </a:p>
          <a:p>
            <a:r>
              <a:rPr lang="it-IT">
                <a:effectLst/>
              </a:rPr>
              <a:t>	-&gt; l’</a:t>
            </a:r>
            <a:r>
              <a:rPr lang="it-IT" b="1" err="1">
                <a:effectLst/>
              </a:rPr>
              <a:t>Optimization</a:t>
            </a:r>
            <a:r>
              <a:rPr lang="it-IT" b="1">
                <a:effectLst/>
              </a:rPr>
              <a:t> Engine</a:t>
            </a:r>
            <a:r>
              <a:rPr lang="it-IT">
                <a:effectLst/>
              </a:rPr>
              <a:t> calcola il percorso ottimale in base ai vincoli scelti dall’utente</a:t>
            </a:r>
            <a:endParaRPr lang="it-IT"/>
          </a:p>
          <a:p>
            <a:r>
              <a:rPr lang="it-IT">
                <a:effectLst/>
              </a:rPr>
              <a:t>	-&gt; il </a:t>
            </a:r>
            <a:r>
              <a:rPr lang="it-IT" b="1" err="1">
                <a:effectLst/>
              </a:rPr>
              <a:t>Catalog</a:t>
            </a:r>
            <a:r>
              <a:rPr lang="it-IT" b="1">
                <a:effectLst/>
              </a:rPr>
              <a:t> Service</a:t>
            </a:r>
            <a:r>
              <a:rPr lang="it-IT">
                <a:effectLst/>
              </a:rPr>
              <a:t> fornisce dati utili come punti di interesse o categorie</a:t>
            </a:r>
            <a:endParaRPr lang="it-IT"/>
          </a:p>
          <a:p>
            <a:r>
              <a:rPr lang="it-IT">
                <a:effectLst/>
              </a:rPr>
              <a:t>	-&gt; l’</a:t>
            </a:r>
            <a:r>
              <a:rPr lang="it-IT" b="1">
                <a:effectLst/>
              </a:rPr>
              <a:t>Export Service</a:t>
            </a:r>
            <a:r>
              <a:rPr lang="it-IT">
                <a:effectLst/>
              </a:rPr>
              <a:t> permette di esportare i percorsi</a:t>
            </a:r>
            <a:endParaRPr lang="it-IT"/>
          </a:p>
          <a:p>
            <a:r>
              <a:rPr lang="it-IT">
                <a:effectLst/>
              </a:rPr>
              <a:t>	-&gt; il </a:t>
            </a:r>
            <a:r>
              <a:rPr lang="it-IT" b="1" err="1">
                <a:effectLst/>
              </a:rPr>
              <a:t>Map</a:t>
            </a:r>
            <a:r>
              <a:rPr lang="it-IT" b="1">
                <a:effectLst/>
              </a:rPr>
              <a:t> Adapter</a:t>
            </a:r>
            <a:r>
              <a:rPr lang="it-IT">
                <a:effectLst/>
              </a:rPr>
              <a:t> funge da ponte verso i servizi cartografici esterni</a:t>
            </a:r>
            <a:endParaRPr lang="it-IT"/>
          </a:p>
          <a:p>
            <a:r>
              <a:rPr lang="it-IT">
                <a:effectLst/>
              </a:rPr>
              <a:t>	-&gt; l’</a:t>
            </a:r>
            <a:r>
              <a:rPr lang="it-IT" b="1">
                <a:effectLst/>
              </a:rPr>
              <a:t>Application API</a:t>
            </a:r>
            <a:r>
              <a:rPr lang="it-IT">
                <a:effectLst/>
              </a:rPr>
              <a:t> coordina tutte queste funzionalità e rappresenta il punto di accesso per il client</a:t>
            </a:r>
            <a:br>
              <a:rPr lang="it-IT">
                <a:effectLst/>
              </a:rPr>
            </a:br>
            <a:r>
              <a:rPr lang="it-IT">
                <a:effectLst/>
              </a:rPr>
              <a:t>Tutti questi servizi comunicano tra loro internamente e, quando necessario, accedono al </a:t>
            </a:r>
            <a:r>
              <a:rPr lang="it-IT" b="1">
                <a:effectLst/>
              </a:rPr>
              <a:t>Database Server</a:t>
            </a:r>
            <a:r>
              <a:rPr lang="it-IT">
                <a:effectLst/>
              </a:rPr>
              <a:t>.</a:t>
            </a:r>
            <a:br>
              <a:rPr lang="it-IT">
                <a:effectLst/>
              </a:rPr>
            </a:br>
            <a:r>
              <a:rPr lang="it-IT">
                <a:effectLst/>
              </a:rPr>
              <a:t>Il database è raggiunto tramite protocollo TCP/IP e contiene tutte le informazioni persistenti: utenti, percorsi, tappe, preferenze e così via.</a:t>
            </a:r>
            <a:endParaRPr lang="it-IT"/>
          </a:p>
          <a:p>
            <a:r>
              <a:rPr lang="it-IT">
                <a:effectLst/>
              </a:rPr>
              <a:t>Infine, il sistema interagisce anche con un </a:t>
            </a:r>
            <a:r>
              <a:rPr lang="it-IT" b="1" err="1">
                <a:effectLst/>
              </a:rPr>
              <a:t>External</a:t>
            </a:r>
            <a:r>
              <a:rPr lang="it-IT" b="1">
                <a:effectLst/>
              </a:rPr>
              <a:t> Provider</a:t>
            </a:r>
            <a:r>
              <a:rPr lang="it-IT">
                <a:effectLst/>
              </a:rPr>
              <a:t>, che mette a disposizione due API fondamentali: la </a:t>
            </a:r>
            <a:r>
              <a:rPr lang="it-IT" err="1">
                <a:effectLst/>
              </a:rPr>
              <a:t>Map</a:t>
            </a:r>
            <a:r>
              <a:rPr lang="it-IT">
                <a:effectLst/>
              </a:rPr>
              <a:t> API e la Routing API.</a:t>
            </a:r>
            <a:endParaRPr lang="it-IT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sz="1200" b="1" i="0" u="none" strike="noStrike" cap="none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FE41A5-857E-905B-D1E2-36C6BB022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6992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3186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Per quanto riguarda la prima iterazione, i casi d’uso implementati riguardano:</a:t>
            </a:r>
          </a:p>
          <a:p>
            <a:pPr marL="171450" indent="-171450">
              <a:buFontTx/>
              <a:buChar char="-"/>
            </a:pPr>
            <a:r>
              <a:rPr lang="it-IT" b="1"/>
              <a:t>Gestione utente: </a:t>
            </a:r>
            <a:r>
              <a:rPr lang="it-IT" b="0"/>
              <a:t>può registrarsi, fare il login e il logout.</a:t>
            </a:r>
          </a:p>
          <a:p>
            <a:pPr marL="0" indent="0">
              <a:buFontTx/>
              <a:buNone/>
            </a:pPr>
            <a:r>
              <a:rPr lang="it-IT">
                <a:effectLst/>
              </a:rPr>
              <a:t>Qui utilizziamo un’autenticazione sicura basata su token JWT, che ci permette di  gestire l’accesso in modo </a:t>
            </a:r>
            <a:r>
              <a:rPr lang="it-IT" err="1">
                <a:effectLst/>
              </a:rPr>
              <a:t>stateless</a:t>
            </a:r>
            <a:r>
              <a:rPr lang="it-IT">
                <a:effectLst/>
              </a:rPr>
              <a:t> e senza sessioni sul server.</a:t>
            </a:r>
          </a:p>
          <a:p>
            <a:pPr marL="0" indent="0">
              <a:buFontTx/>
              <a:buNone/>
            </a:pPr>
            <a:endParaRPr lang="it-IT">
              <a:effectLst/>
            </a:endParaRPr>
          </a:p>
          <a:p>
            <a:pPr marL="171450" indent="-171450">
              <a:buFontTx/>
              <a:buChar char="-"/>
            </a:pPr>
            <a:r>
              <a:rPr lang="it-IT" b="1">
                <a:effectLst/>
              </a:rPr>
              <a:t>Gestione del viaggio:</a:t>
            </a:r>
          </a:p>
          <a:p>
            <a:pPr marL="0" indent="0">
              <a:buFontTx/>
              <a:buNone/>
            </a:pPr>
            <a:r>
              <a:rPr lang="it-IT" b="1">
                <a:effectLst/>
              </a:rPr>
              <a:t>Creazione itinerario manuale</a:t>
            </a:r>
            <a:endParaRPr lang="it-IT" b="1"/>
          </a:p>
          <a:p>
            <a:r>
              <a:rPr lang="it-IT">
                <a:effectLst/>
              </a:rPr>
              <a:t>L’utente imposta il punto di partenza, definisce le tempistiche del viaggio e può visualizzare i punti di interesse. La selezione dei monumenti avviene tramite </a:t>
            </a:r>
            <a:r>
              <a:rPr lang="it-IT" err="1">
                <a:effectLst/>
              </a:rPr>
              <a:t>Overpass</a:t>
            </a:r>
            <a:r>
              <a:rPr lang="it-IT">
                <a:effectLst/>
              </a:rPr>
              <a:t> API e tutto viene poi salvato su </a:t>
            </a:r>
            <a:r>
              <a:rPr lang="it-IT" err="1">
                <a:effectLst/>
              </a:rPr>
              <a:t>MongoDB</a:t>
            </a:r>
            <a:r>
              <a:rPr lang="it-IT">
                <a:effectLst/>
              </a:rPr>
              <a:t>.</a:t>
            </a:r>
            <a:endParaRPr lang="it-IT"/>
          </a:p>
          <a:p>
            <a:r>
              <a:rPr lang="it-IT" b="1">
                <a:effectLst/>
              </a:rPr>
              <a:t>Eliminazione del viaggio</a:t>
            </a:r>
            <a:r>
              <a:rPr lang="it-IT">
                <a:effectLst/>
              </a:rPr>
              <a:t>, che permette di rimuovere definitivamente un itinerario dal database.</a:t>
            </a:r>
          </a:p>
          <a:p>
            <a:endParaRPr lang="it-IT">
              <a:effectLst/>
            </a:endParaRPr>
          </a:p>
          <a:p>
            <a:r>
              <a:rPr lang="it-IT">
                <a:effectLst/>
              </a:rPr>
              <a:t>- </a:t>
            </a:r>
            <a:r>
              <a:rPr lang="it-IT" b="1">
                <a:effectLst/>
              </a:rPr>
              <a:t>Ottimizzazione del percorso:</a:t>
            </a:r>
            <a:endParaRPr lang="it-IT"/>
          </a:p>
          <a:p>
            <a:r>
              <a:rPr lang="it-IT">
                <a:effectLst/>
              </a:rPr>
              <a:t>dove utilizziamo una combinazione di </a:t>
            </a:r>
            <a:r>
              <a:rPr lang="it-IT" err="1">
                <a:effectLst/>
              </a:rPr>
              <a:t>Nearest</a:t>
            </a:r>
            <a:r>
              <a:rPr lang="it-IT">
                <a:effectLst/>
              </a:rPr>
              <a:t> </a:t>
            </a:r>
            <a:r>
              <a:rPr lang="it-IT" err="1">
                <a:effectLst/>
              </a:rPr>
              <a:t>Neighbour</a:t>
            </a:r>
            <a:r>
              <a:rPr lang="it-IT">
                <a:effectLst/>
              </a:rPr>
              <a:t> e 2‑opt per generare un percorso ottimale in termini di ordine delle tappe.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1585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l'uso delle interfacce è fondamentale per garantire la netta separazione dei </a:t>
            </a:r>
            <a:r>
              <a:rPr lang="it-IT" err="1"/>
              <a:t>layer</a:t>
            </a:r>
            <a:r>
              <a:rPr lang="it-IT"/>
              <a:t> applicativi. Queste interfacce agiscono come 'contratti' che i nostri Controller andranno a richiamare, mantenendo il codice disaccoppiato, modulare e facilmente testabile.</a:t>
            </a:r>
            <a:br>
              <a:rPr lang="it-IT"/>
            </a:br>
            <a:r>
              <a:rPr lang="it-IT"/>
              <a:t>È diviso in 3 macroaree:</a:t>
            </a:r>
            <a:br>
              <a:rPr lang="it-IT"/>
            </a:br>
            <a:r>
              <a:rPr lang="it-IT" b="1"/>
              <a:t>La prima area è legata all'Utente e alla Sicurezza:</a:t>
            </a:r>
            <a:r>
              <a:rPr lang="it-IT"/>
              <a:t> con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UserServiceIF</a:t>
            </a:r>
            <a:r>
              <a:rPr lang="it-IT"/>
              <a:t> e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AuthServiceIF</a:t>
            </a:r>
            <a:r>
              <a:rPr lang="it-IT"/>
              <a:t>, che gestiscono la registrazione, l'autenticazione tramite token e la gestione del profilo.</a:t>
            </a:r>
          </a:p>
          <a:p>
            <a:r>
              <a:rPr lang="it-IT" b="1"/>
              <a:t>La seconda è l'area Core del Dominio:</a:t>
            </a:r>
            <a:r>
              <a:rPr lang="it-IT"/>
              <a:t> gestita da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TripMgmtIF</a:t>
            </a:r>
            <a:r>
              <a:rPr lang="it-IT"/>
              <a:t> e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MonumentMgmtIF</a:t>
            </a:r>
            <a:r>
              <a:rPr lang="it-IT"/>
              <a:t>. Qui esponiamo i metodi per creare, recuperare e aggiornare gli itinerari di viaggio e i punti di interesse.</a:t>
            </a:r>
          </a:p>
          <a:p>
            <a:r>
              <a:rPr lang="it-IT" b="1"/>
              <a:t>La terza è l'area di Ottimizzazione e Integrazione Esterna:</a:t>
            </a:r>
            <a:r>
              <a:rPr lang="it-IT"/>
              <a:t> troviamo le interfacce per il motore di ottimizzazione dei percorsi e l'interfaccia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OverpassApiMgmtIF</a:t>
            </a:r>
            <a:r>
              <a:rPr lang="it-IT"/>
              <a:t>. Quest'ultima è particolarmente importante perché ci permette di comunicare con servizi mappa esterni.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6220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Riflette il Model(MVC). </a:t>
            </a:r>
            <a:r>
              <a:rPr lang="it-IT" i="1"/>
              <a:t>Partendo dall'alto, abbiamo l'entità </a:t>
            </a:r>
            <a:r>
              <a:rPr lang="it-IT"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it-IT" i="1"/>
              <a:t>, che gestisce i dati anagrafici e di autenticazione, affiancata da </a:t>
            </a:r>
            <a:r>
              <a:rPr lang="it-IT" sz="1200" i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RevokedToken</a:t>
            </a:r>
            <a:r>
              <a:rPr lang="it-IT" i="1"/>
              <a:t> per una gestione sicura del logout.</a:t>
            </a:r>
            <a:r>
              <a:rPr lang="it-IT"/>
              <a:t> </a:t>
            </a:r>
          </a:p>
          <a:p>
            <a:r>
              <a:rPr lang="it-IT" i="1"/>
              <a:t>L’entità centrale è il TRIP, un utente può creare molteplici viaggi (relazione uno-a-molti). Un aspetto chiave del nostro design è la scomposizione del viaggio in tappe: anziché collegare un viaggio direttamente a un luogo, abbiamo introdotto l'entità </a:t>
            </a:r>
            <a:r>
              <a:rPr lang="it-IT" sz="1200" i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TripStage</a:t>
            </a:r>
            <a:r>
              <a:rPr lang="it-IT"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it-IT" i="1"/>
              <a:t>ci consente di tenere il dato del </a:t>
            </a:r>
            <a:r>
              <a:rPr lang="it-IT" sz="1200" i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Monument</a:t>
            </a:r>
            <a:r>
              <a:rPr lang="it-IT" i="1"/>
              <a:t> 'pulito' e riutilizzabile, e di inserire nel </a:t>
            </a:r>
            <a:r>
              <a:rPr lang="it-IT" sz="1200" i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TripStage</a:t>
            </a:r>
            <a:r>
              <a:rPr lang="it-IT" i="1"/>
              <a:t> i dati specifici di quell'itinerario, come ad esempio quanto tempo l'utente vuole fermarsi in quella tappa.</a:t>
            </a:r>
            <a:endParaRPr lang="it-IT"/>
          </a:p>
          <a:p>
            <a:r>
              <a:rPr lang="it-IT" i="1"/>
              <a:t>Infine, l'entità </a:t>
            </a:r>
            <a:r>
              <a:rPr lang="it-IT" sz="1200" i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Monument</a:t>
            </a:r>
            <a:r>
              <a:rPr lang="it-IT" i="1"/>
              <a:t> immagazzina i dati geografici e il riferimento diretto a </a:t>
            </a:r>
            <a:r>
              <a:rPr lang="it-IT" i="1" err="1"/>
              <a:t>OpenStreetMap</a:t>
            </a:r>
            <a:r>
              <a:rPr lang="it-IT" i="1"/>
              <a:t>.</a:t>
            </a:r>
            <a:endParaRPr lang="it-IT"/>
          </a:p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3109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Questo diagramma rappresenta l’architettura di deployment del sistema e mostra come i vari componenti interagiscono tra loro durante il funzionamento dell’applicazione.</a:t>
            </a:r>
            <a:br>
              <a:rPr lang="it-IT"/>
            </a:br>
            <a:r>
              <a:rPr lang="it-IT">
                <a:effectLst/>
              </a:rPr>
              <a:t>Sul </a:t>
            </a:r>
            <a:r>
              <a:rPr lang="it-IT" b="1">
                <a:effectLst/>
              </a:rPr>
              <a:t>client</a:t>
            </a:r>
            <a:r>
              <a:rPr lang="it-IT">
                <a:effectLst/>
              </a:rPr>
              <a:t> abbiamo una SPA React, compilata con Vite, che usa </a:t>
            </a:r>
            <a:r>
              <a:rPr lang="it-IT" err="1">
                <a:effectLst/>
              </a:rPr>
              <a:t>Leaflet</a:t>
            </a:r>
            <a:r>
              <a:rPr lang="it-IT">
                <a:effectLst/>
              </a:rPr>
              <a:t> per la mappa e conserva il token JWT in </a:t>
            </a:r>
            <a:r>
              <a:rPr lang="it-IT" err="1">
                <a:effectLst/>
              </a:rPr>
              <a:t>LocalStorage</a:t>
            </a:r>
            <a:r>
              <a:rPr lang="it-IT">
                <a:effectLst/>
              </a:rPr>
              <a:t>. Tutta la comunicazione verso il server avviene tramite HTTP REST.</a:t>
            </a:r>
            <a:endParaRPr lang="it-IT"/>
          </a:p>
          <a:p>
            <a:r>
              <a:rPr lang="it-IT">
                <a:effectLst/>
              </a:rPr>
              <a:t>Nel </a:t>
            </a:r>
            <a:r>
              <a:rPr lang="it-IT" b="1">
                <a:effectLst/>
              </a:rPr>
              <a:t>server</a:t>
            </a:r>
            <a:r>
              <a:rPr lang="it-IT">
                <a:effectLst/>
              </a:rPr>
              <a:t> gira l’applicazione Spring Boot. Qui troviamo il sistema di sicurezza con JWT e </a:t>
            </a:r>
            <a:r>
              <a:rPr lang="it-IT" err="1">
                <a:effectLst/>
              </a:rPr>
              <a:t>BCrypt</a:t>
            </a:r>
            <a:r>
              <a:rPr lang="it-IT">
                <a:effectLst/>
              </a:rPr>
              <a:t>, il motore di ottimizzazione dei percorsi, </a:t>
            </a:r>
            <a:r>
              <a:rPr lang="it-IT" err="1">
                <a:effectLst/>
              </a:rPr>
              <a:t>GraphHopper</a:t>
            </a:r>
            <a:r>
              <a:rPr lang="it-IT">
                <a:effectLst/>
              </a:rPr>
              <a:t> per il </a:t>
            </a:r>
            <a:r>
              <a:rPr lang="it-IT" err="1">
                <a:effectLst/>
              </a:rPr>
              <a:t>routing</a:t>
            </a:r>
            <a:r>
              <a:rPr lang="it-IT">
                <a:effectLst/>
              </a:rPr>
              <a:t> locale e tutte le API principali dell’applicazione.</a:t>
            </a:r>
            <a:endParaRPr lang="it-IT"/>
          </a:p>
          <a:p>
            <a:r>
              <a:rPr lang="it-IT">
                <a:effectLst/>
              </a:rPr>
              <a:t>Il server si appoggia a </a:t>
            </a:r>
            <a:r>
              <a:rPr lang="it-IT" b="1" err="1">
                <a:effectLst/>
              </a:rPr>
              <a:t>MongoDB</a:t>
            </a:r>
            <a:r>
              <a:rPr lang="it-IT">
                <a:effectLst/>
              </a:rPr>
              <a:t>, dove vengono salvati utenti, viaggi, monumenti e token revocati.</a:t>
            </a:r>
            <a:endParaRPr lang="it-IT"/>
          </a:p>
          <a:p>
            <a:r>
              <a:rPr lang="it-IT">
                <a:effectLst/>
              </a:rPr>
              <a:t>Infine, il sistema utilizza anche l’</a:t>
            </a:r>
            <a:r>
              <a:rPr lang="it-IT" b="1" err="1">
                <a:effectLst/>
              </a:rPr>
              <a:t>Overpass</a:t>
            </a:r>
            <a:r>
              <a:rPr lang="it-IT" b="1">
                <a:effectLst/>
              </a:rPr>
              <a:t> API</a:t>
            </a:r>
            <a:r>
              <a:rPr lang="it-IT">
                <a:effectLst/>
              </a:rPr>
              <a:t> per ottenere i punti di interesse da </a:t>
            </a:r>
            <a:r>
              <a:rPr lang="it-IT" err="1">
                <a:effectLst/>
              </a:rPr>
              <a:t>OpenStreetMap</a:t>
            </a:r>
            <a:r>
              <a:rPr lang="it-IT">
                <a:effectLst/>
              </a:rPr>
              <a:t>, che poi vengono integrati nella creazione degli itinerari.</a:t>
            </a:r>
            <a:endParaRPr lang="it-IT"/>
          </a:p>
          <a:p>
            <a:r>
              <a:rPr lang="it-IT">
                <a:effectLst/>
              </a:rPr>
              <a:t>In sintesi, il client gestisce l’interfaccia, il server la logica e l’ottimizzazione, il database conserva i dati e l’API esterna fornisce le informazioni geografiche</a:t>
            </a:r>
            <a:endParaRPr lang="it-IT"/>
          </a:p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1605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fase di testing è stata divisa in…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1431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-Quasi la totalità delle classi risulta ottimale e priva di criticità, a dimostrazione di uno sviluppo pulito e modulare.</a:t>
            </a:r>
            <a:br>
              <a:rPr lang="it-IT"/>
            </a:br>
            <a:r>
              <a:rPr lang="it-IT"/>
              <a:t>-La maggior parte del sistema ha una complessità bassa. I pochi picchi (es.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TripService</a:t>
            </a:r>
            <a:r>
              <a:rPr lang="it-IT"/>
              <a:t>) sono normali perché concentrano il cuore della logica di business e dell'algoritmo.</a:t>
            </a:r>
          </a:p>
          <a:p>
            <a:r>
              <a:rPr lang="it-IT"/>
              <a:t>- I moduli sono ben isolati, indipendenti e con responsabilità chiare, rendendo il sistema facile da mantenere ed estendere</a:t>
            </a:r>
          </a:p>
          <a:p>
            <a:endParaRPr lang="it-IT" u="non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69777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929F-07DC-57F4-D206-BD8E14953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4DB035B-8329-211A-AF49-2619FAF34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1BEA0CE-B30B-BCD1-1583-798D4019F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 test </a:t>
            </a:r>
            <a:r>
              <a:rPr lang="it-IT" err="1"/>
              <a:t>JUnit</a:t>
            </a:r>
            <a:r>
              <a:rPr lang="it-IT"/>
              <a:t> si sono concentrati sui moduli fondamentali del sistema. Per l'autenticazione abbiamo verificato i flussi di registrazione e login, la corretta generazione del token JWT e la gestione del profilo utente. Per i monumenti abbiamo testato l'integrazione con </a:t>
            </a:r>
            <a:r>
              <a:rPr lang="it-IT" err="1"/>
              <a:t>Overpass</a:t>
            </a:r>
            <a:r>
              <a:rPr lang="it-IT"/>
              <a:t> API e il salvataggio locale su </a:t>
            </a:r>
            <a:r>
              <a:rPr lang="it-IT" err="1"/>
              <a:t>MongoDB</a:t>
            </a:r>
            <a:r>
              <a:rPr lang="it-IT"/>
              <a:t>. Il nucleo più importante è stato il testing dell'algoritmo: abbiamo verificato che il </a:t>
            </a:r>
            <a:r>
              <a:rPr lang="it-IT" err="1"/>
              <a:t>Nearest</a:t>
            </a:r>
            <a:r>
              <a:rPr lang="it-IT"/>
              <a:t> </a:t>
            </a:r>
            <a:r>
              <a:rPr lang="it-IT" err="1"/>
              <a:t>Neighbour</a:t>
            </a:r>
            <a:r>
              <a:rPr lang="it-IT"/>
              <a:t> costruisca un tour valido senza monumenti duplicati, che il 2-opt non peggiori mai la soluzione iniziale, che le distanze siano sempre positive e che la durata totale includa correttamente i tempi di visita. Infine abbiamo testato la creazione del viaggio con la chiamata a </a:t>
            </a:r>
            <a:r>
              <a:rPr lang="it-IT" err="1"/>
              <a:t>Nominatim</a:t>
            </a:r>
            <a:r>
              <a:rPr lang="it-IT"/>
              <a:t> e la sua persistenza nel database.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CB692C3-D943-28E0-638A-A2732C1E0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C4B9D7-7BC4-4057-B741-1F1362CAF06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7649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8BA8-5C26-CE85-0284-B6E4CA841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FC87884-3C45-4B3F-7703-6CD4A084E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A40826F-1583-D7BF-D3F9-1CC1DC8FC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 test </a:t>
            </a:r>
            <a:r>
              <a:rPr lang="it-IT" err="1"/>
              <a:t>JUnit</a:t>
            </a:r>
            <a:r>
              <a:rPr lang="it-IT"/>
              <a:t> si sono concentrati sui moduli fondamentali del sistema. Per l'autenticazione abbiamo verificato i flussi di registrazione e login, la corretta generazione del token JWT e la gestione del profilo utente. Per i monumenti abbiamo testato l'integrazione con </a:t>
            </a:r>
            <a:r>
              <a:rPr lang="it-IT" err="1"/>
              <a:t>Overpass</a:t>
            </a:r>
            <a:r>
              <a:rPr lang="it-IT"/>
              <a:t> API e il salvataggio locale su </a:t>
            </a:r>
            <a:r>
              <a:rPr lang="it-IT" err="1"/>
              <a:t>MongoDB</a:t>
            </a:r>
            <a:r>
              <a:rPr lang="it-IT"/>
              <a:t>. Il nucleo più importante è stato il testing dell'algoritmo: abbiamo verificato che il </a:t>
            </a:r>
            <a:r>
              <a:rPr lang="it-IT" err="1"/>
              <a:t>Nearest</a:t>
            </a:r>
            <a:r>
              <a:rPr lang="it-IT"/>
              <a:t> </a:t>
            </a:r>
            <a:r>
              <a:rPr lang="it-IT" err="1"/>
              <a:t>Neighbour</a:t>
            </a:r>
            <a:r>
              <a:rPr lang="it-IT"/>
              <a:t> costruisca un tour valido senza monumenti duplicati, che il 2-opt non peggiori mai la soluzione iniziale, che le distanze siano sempre positive e che la durata totale includa correttamente i tempi di visita. Infine abbiamo testato la creazione del viaggio con la chiamata a </a:t>
            </a:r>
            <a:r>
              <a:rPr lang="it-IT" err="1"/>
              <a:t>Nominatim</a:t>
            </a:r>
            <a:r>
              <a:rPr lang="it-IT"/>
              <a:t> e la sua persistenza nel database.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7DA782-DE5B-1ADE-7639-ECBFB6C5B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C4B9D7-7BC4-4057-B741-1F1362CAF06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276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BC293-003D-5979-4E94-ED79D9E6A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3A5C9AB-6A87-0D36-68FC-59E301E5D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680AB7C-E2B3-2D91-3AF8-F7FCD51E9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AUTENTICAZIONE E UTENTE</a:t>
            </a:r>
            <a:b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</a:b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POST /</a:t>
            </a:r>
            <a:r>
              <a:rPr lang="en-US" sz="12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api</a:t>
            </a: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/auth/register -&gt; </a:t>
            </a:r>
            <a:r>
              <a:rPr lang="en-US" sz="12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permette</a:t>
            </a: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 ad un </a:t>
            </a:r>
            <a:r>
              <a:rPr lang="en-US" sz="12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utente</a:t>
            </a: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 di </a:t>
            </a:r>
            <a:r>
              <a:rPr lang="en-US" sz="12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registrasi</a:t>
            </a:r>
            <a:b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</a:b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POST /</a:t>
            </a:r>
            <a:r>
              <a:rPr lang="en-US" sz="12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api</a:t>
            </a: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/auth/login -&gt; </a:t>
            </a:r>
            <a:r>
              <a:rPr lang="en-US" sz="12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permette</a:t>
            </a: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 ad un </a:t>
            </a:r>
            <a:r>
              <a:rPr lang="en-US" sz="12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utente</a:t>
            </a: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 fare il login</a:t>
            </a:r>
            <a:b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</a:b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POST /</a:t>
            </a:r>
            <a:r>
              <a:rPr lang="en-US" sz="12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api</a:t>
            </a: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/auth/logout -&gt; </a:t>
            </a:r>
            <a:r>
              <a:rPr lang="en-US" sz="12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permette</a:t>
            </a: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 ad un </a:t>
            </a:r>
            <a:r>
              <a:rPr lang="en-US" sz="12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utente</a:t>
            </a: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 di </a:t>
            </a:r>
            <a:r>
              <a:rPr lang="en-US" sz="12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sloggarsi</a:t>
            </a:r>
            <a:b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</a:br>
            <a:r>
              <a:rPr lang="it-IT"/>
              <a:t>GET /</a:t>
            </a:r>
            <a:r>
              <a:rPr lang="it-IT" u="none"/>
              <a:t>api</a:t>
            </a:r>
            <a:r>
              <a:rPr lang="it-IT"/>
              <a:t>/user/</a:t>
            </a:r>
            <a:r>
              <a:rPr lang="it-IT" err="1"/>
              <a:t>profile</a:t>
            </a:r>
            <a:r>
              <a:rPr lang="it-IT"/>
              <a:t> -&gt; restituisce le informazioni dell’utente loggato</a:t>
            </a:r>
            <a:br>
              <a:rPr lang="it-IT"/>
            </a:br>
            <a:r>
              <a:rPr lang="it-IT" b="1" u="none"/>
              <a:t>CREAZIONE VIAGGIO</a:t>
            </a:r>
            <a:br>
              <a:rPr lang="it-IT" b="1" u="sng"/>
            </a:br>
            <a:r>
              <a:rPr lang="it-IT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POST /api/trips -&gt; </a:t>
            </a:r>
            <a:r>
              <a:rPr lang="it-IT" sz="9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crea un nuovo viaggio</a:t>
            </a:r>
            <a:br>
              <a:rPr lang="it-IT" sz="9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</a:br>
            <a:r>
              <a:rPr lang="it-IT" sz="9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PUT /api/trips/{id}</a:t>
            </a:r>
            <a:r>
              <a:rPr lang="it-IT" sz="900">
                <a:solidFill>
                  <a:srgbClr val="384653"/>
                </a:solidFill>
                <a:ea typeface="Roboto"/>
                <a:cs typeface="Roboto"/>
                <a:sym typeface="Roboto"/>
              </a:rPr>
              <a:t> -&gt; aggiorna nome, città e tappe del viaggio</a:t>
            </a:r>
            <a:br>
              <a:rPr lang="it-IT" sz="900">
                <a:solidFill>
                  <a:srgbClr val="384653"/>
                </a:solidFill>
                <a:ea typeface="Roboto"/>
                <a:cs typeface="Roboto"/>
                <a:sym typeface="Roboto"/>
              </a:rPr>
            </a:br>
            <a:r>
              <a:rPr lang="en-US" sz="9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DELETE /</a:t>
            </a:r>
            <a:r>
              <a:rPr lang="en-US" sz="9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api</a:t>
            </a:r>
            <a:r>
              <a:rPr lang="en-US" sz="9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/trips/{id} -&gt; </a:t>
            </a:r>
            <a:r>
              <a:rPr lang="en-US" sz="8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elimina</a:t>
            </a:r>
            <a:r>
              <a:rPr lang="en-US" sz="8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 </a:t>
            </a:r>
            <a:r>
              <a:rPr lang="en-US" sz="8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definitivamente</a:t>
            </a:r>
            <a:r>
              <a:rPr lang="en-US" sz="8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 il </a:t>
            </a:r>
            <a:r>
              <a:rPr lang="en-US" sz="8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viaggio</a:t>
            </a:r>
            <a:br>
              <a:rPr lang="en-US" sz="8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</a:br>
            <a:r>
              <a:rPr lang="it-IT" sz="800"/>
              <a:t>GET /api/</a:t>
            </a:r>
            <a:r>
              <a:rPr lang="it-IT" sz="800" err="1"/>
              <a:t>monuments</a:t>
            </a:r>
            <a:r>
              <a:rPr lang="it-IT" sz="800"/>
              <a:t> -&gt; prende monumenti filtrati per città</a:t>
            </a:r>
            <a:br>
              <a:rPr lang="en-US" sz="800">
                <a:solidFill>
                  <a:srgbClr val="384653"/>
                </a:solidFill>
                <a:ea typeface="Roboto"/>
                <a:cs typeface="Roboto"/>
                <a:sym typeface="Roboto"/>
              </a:rPr>
            </a:br>
            <a:r>
              <a:rPr lang="en-US" sz="800" b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OTTIMIZZAZIONE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POST /</a:t>
            </a:r>
            <a:r>
              <a:rPr lang="en-US" sz="9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api</a:t>
            </a:r>
            <a:r>
              <a:rPr lang="en-US" sz="9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/trips/{id}/optimize -&gt; </a:t>
            </a:r>
            <a:r>
              <a:rPr lang="en-US" sz="9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calcola</a:t>
            </a:r>
            <a:r>
              <a:rPr lang="en-US" sz="9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 </a:t>
            </a:r>
            <a:r>
              <a:rPr lang="en-US" sz="9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percorso</a:t>
            </a:r>
            <a:r>
              <a:rPr lang="en-US" sz="9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 </a:t>
            </a:r>
            <a:r>
              <a:rPr lang="en-US" sz="9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ottimale</a:t>
            </a:r>
            <a:r>
              <a:rPr lang="en-US" sz="9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 e </a:t>
            </a:r>
            <a:r>
              <a:rPr lang="en-US" sz="9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aggiorna</a:t>
            </a:r>
            <a:r>
              <a:rPr lang="en-US" sz="9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 le </a:t>
            </a:r>
            <a:r>
              <a:rPr lang="en-US" sz="9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tappe</a:t>
            </a:r>
            <a:endParaRPr lang="it-IT" sz="900" b="0" i="0" u="none" strike="noStrike" cap="non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sz="1200" b="1" i="0" u="sng" strike="noStrike" cap="non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rgbClr val="384653"/>
              </a:solidFill>
              <a:ea typeface="Roboto"/>
              <a:cs typeface="Roboto"/>
              <a:sym typeface="Robo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cap="non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</a:br>
            <a:endParaRPr lang="en-US" sz="1200" b="0" i="0" u="none" strike="noStrike" cap="none"/>
          </a:p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4283A24-C410-1045-0A1D-81C0011F7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35236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84280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Ci siamo concentrati sull’implementazione di nuove funzionalità relativa alla gestione dei viaggi …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4185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Rispetto alla prima iterazione, dove le interfacce coprivano le funzionalità di base (registrazione, login, creazione e cancellazione di un viaggio) nella seconda iterazione l'evoluzione più significativa riguarda la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TripMgmtIF</a:t>
            </a:r>
            <a:r>
              <a:rPr lang="it-IT"/>
              <a:t>.</a:t>
            </a:r>
          </a:p>
          <a:p>
            <a:r>
              <a:rPr lang="it-IT"/>
              <a:t>A questa sono stati aggiunti tutti i metodi necessari per supportare le nuove funzionalità: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publishTrip</a:t>
            </a:r>
            <a:r>
              <a:rPr lang="it-IT"/>
              <a:t> e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unpublishTrip</a:t>
            </a:r>
            <a:r>
              <a:rPr lang="it-IT"/>
              <a:t> per la gestione del catalogo pubblico,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saveToFavorites</a:t>
            </a:r>
            <a:r>
              <a:rPr lang="it-IT"/>
              <a:t> e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removeFromFavorites</a:t>
            </a:r>
            <a:r>
              <a:rPr lang="it-IT"/>
              <a:t> per i preferiti,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completeTrip</a:t>
            </a:r>
            <a:r>
              <a:rPr lang="it-IT"/>
              <a:t> per la gestione dello storico,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generateRandomTrip</a:t>
            </a:r>
            <a:r>
              <a:rPr lang="it-IT"/>
              <a:t> per la creazione automatica di un itinerario data una città e un budget di tempo, e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getRandomPublicTrip</a:t>
            </a:r>
            <a:r>
              <a:rPr lang="it-IT"/>
              <a:t> per estrarne uno casuale dal catalogo. </a:t>
            </a:r>
          </a:p>
          <a:p>
            <a:r>
              <a:rPr lang="it-IT"/>
              <a:t>È stato aggiunto anche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updateTrip</a:t>
            </a:r>
            <a:r>
              <a:rPr lang="it-IT"/>
              <a:t>, che è il metodo che permette la modifica delle tappe di un viaggio esistente.</a:t>
            </a:r>
          </a:p>
          <a:p>
            <a:r>
              <a:rPr lang="it-IT"/>
              <a:t>Tutte le altre interfacce rimangono invariate rispetto all'iterazione precedente.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24280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Passando al class </a:t>
            </a:r>
            <a:r>
              <a:rPr lang="it-IT" err="1"/>
              <a:t>diagram</a:t>
            </a:r>
            <a:r>
              <a:rPr lang="it-IT"/>
              <a:t> della seconda iterazione. Le classi </a:t>
            </a:r>
            <a:r>
              <a:rPr lang="it-IT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it-IT"/>
              <a:t>,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Monument</a:t>
            </a:r>
            <a:r>
              <a:rPr lang="it-IT"/>
              <a:t>,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TripStage</a:t>
            </a:r>
            <a:r>
              <a:rPr lang="it-IT"/>
              <a:t> e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RevokedToken</a:t>
            </a:r>
            <a:r>
              <a:rPr lang="it-IT"/>
              <a:t> rimangono invariate.</a:t>
            </a:r>
          </a:p>
          <a:p>
            <a:r>
              <a:rPr lang="it-IT"/>
              <a:t>Le novità principali riguardano la classe </a:t>
            </a:r>
            <a:r>
              <a:rPr lang="it-IT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</a:t>
            </a:r>
            <a:r>
              <a:rPr lang="it-IT"/>
              <a:t> e il record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TspResult</a:t>
            </a:r>
            <a:r>
              <a:rPr lang="it-IT"/>
              <a:t>. Nella classe </a:t>
            </a:r>
            <a:r>
              <a:rPr lang="it-IT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</a:t>
            </a:r>
            <a:r>
              <a:rPr lang="it-IT"/>
              <a:t> vengono aggiunti tre attributi: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isPublic</a:t>
            </a:r>
            <a:r>
              <a:rPr lang="it-IT"/>
              <a:t>, un booleano che indica se il viaggio è stato pubblicato nel catalogo condiviso,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publishedAt</a:t>
            </a:r>
            <a:r>
              <a:rPr lang="it-IT"/>
              <a:t>, che traccia quando è avvenuta la pubblicazione, e infine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totalDistanceMeters</a:t>
            </a:r>
            <a:r>
              <a:rPr lang="it-IT"/>
              <a:t> e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totalDurationSeconds</a:t>
            </a:r>
            <a:r>
              <a:rPr lang="it-IT"/>
              <a:t>, due metriche che vengono popolate dopo l'esecuzione dell'algoritmo di ottimizzazione e che permettono di mostrare all'utente un riepilogo realistico del percorso. L’enumerativo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TripStatus</a:t>
            </a:r>
            <a:r>
              <a:rPr lang="it-IT"/>
              <a:t> si espande con due stati: oltre a </a:t>
            </a:r>
            <a:r>
              <a:rPr lang="it-IT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SAVED</a:t>
            </a:r>
            <a:r>
              <a:rPr lang="it-IT"/>
              <a:t>, viene aggiunto </a:t>
            </a:r>
            <a:r>
              <a:rPr lang="it-IT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STARRED</a:t>
            </a:r>
            <a:r>
              <a:rPr lang="it-IT"/>
              <a:t> e </a:t>
            </a:r>
            <a:r>
              <a:rPr lang="it-IT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COMPLETED</a:t>
            </a:r>
            <a:r>
              <a:rPr lang="it-IT"/>
              <a:t> per gestire i viaggi preferiti e lo storico. </a:t>
            </a:r>
          </a:p>
          <a:p>
            <a:r>
              <a:rPr lang="it-IT"/>
              <a:t>Il record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TspResult</a:t>
            </a:r>
            <a:r>
              <a:rPr lang="it-IT"/>
              <a:t> : è l'oggetto restituito </a:t>
            </a:r>
            <a:r>
              <a:rPr lang="it-IT" err="1"/>
              <a:t>dall'engine</a:t>
            </a:r>
            <a:r>
              <a:rPr lang="it-IT"/>
              <a:t> di ottimizzazione, e contiene le tappe ordinate, la distanza totale, la durata totale.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01251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it-IT"/>
              <a:t>La funzione riceve tre parametri: città, tempo disponibile in minuti e username </a:t>
            </a:r>
          </a:p>
          <a:p>
            <a:pPr marL="171450" indent="-171450">
              <a:buFontTx/>
              <a:buChar char="-"/>
            </a:pPr>
            <a:r>
              <a:rPr lang="it-IT"/>
              <a:t>Prima cosa: recuperiamo l'utente e i monumenti della città — se la lista è vuota blocchiamo subito</a:t>
            </a:r>
          </a:p>
          <a:p>
            <a:pPr marL="171450" indent="-171450">
              <a:buFontTx/>
              <a:buChar char="-"/>
            </a:pPr>
            <a:r>
              <a:rPr lang="it-IT"/>
              <a:t> </a:t>
            </a:r>
            <a:r>
              <a:rPr lang="it-IT" err="1"/>
              <a:t>Geocodifichiamo</a:t>
            </a:r>
            <a:r>
              <a:rPr lang="it-IT"/>
              <a:t> la città per ottenere le coordinate del punto di partenza</a:t>
            </a:r>
          </a:p>
          <a:p>
            <a:pPr marL="171450" indent="-171450">
              <a:buFontTx/>
              <a:buChar char="-"/>
            </a:pPr>
            <a:r>
              <a:rPr lang="it-IT"/>
              <a:t> Filtriamo i monumenti mantenendo solo quelli entro 10 km </a:t>
            </a:r>
          </a:p>
          <a:p>
            <a:pPr marL="171450" indent="-171450">
              <a:buFontTx/>
              <a:buChar char="-"/>
            </a:pPr>
            <a:r>
              <a:rPr lang="it-IT"/>
              <a:t>Lo shuffle è fondamentale: garantisce che due utenti nella stessa città ricevano tour diversi</a:t>
            </a:r>
          </a:p>
          <a:p>
            <a:pPr marL="171450" indent="-171450">
              <a:buFontTx/>
              <a:buChar char="-"/>
            </a:pPr>
            <a:r>
              <a:rPr lang="it-IT"/>
              <a:t>Inizializziamo il budget in secondi, la lista tappe vuota e la posizione corrente sul punto di partenza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67529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it-IT"/>
              <a:t>Iteriamo finché ci sono monumenti disponibili o finché non raggiungiamo le 10 tappe </a:t>
            </a:r>
          </a:p>
          <a:p>
            <a:pPr marL="171450" indent="-171450">
              <a:buFontTx/>
              <a:buChar char="-"/>
            </a:pPr>
            <a:r>
              <a:rPr lang="it-IT"/>
              <a:t>Per ogni candidato stimiamo tre tempi: viaggio verso il monumento, visita, e ritorno al punto di partenza </a:t>
            </a:r>
          </a:p>
          <a:p>
            <a:pPr marL="171450" indent="-171450">
              <a:buFontTx/>
              <a:buChar char="-"/>
            </a:pPr>
            <a:r>
              <a:rPr lang="it-IT"/>
              <a:t>Il tempo di ritorno è essenziale: garantisce che l'utente riesca sempre a tornare entro il budget </a:t>
            </a:r>
          </a:p>
          <a:p>
            <a:pPr marL="171450" indent="-171450">
              <a:buFontTx/>
              <a:buChar char="-"/>
            </a:pPr>
            <a:r>
              <a:rPr lang="it-IT"/>
              <a:t>Se la somma dei tre tempi rientra nel residuo, il monumento viene scelto e aggiunto alle tappe </a:t>
            </a:r>
          </a:p>
          <a:p>
            <a:pPr marL="171450" indent="-171450">
              <a:buFontTx/>
              <a:buChar char="-"/>
            </a:pPr>
            <a:r>
              <a:rPr lang="it-IT"/>
              <a:t>La scelta è </a:t>
            </a:r>
            <a:r>
              <a:rPr lang="it-IT" err="1"/>
              <a:t>greedy</a:t>
            </a:r>
            <a:r>
              <a:rPr lang="it-IT"/>
              <a:t>: prendiamo il primo candidato fattibile senza cercare la soluzione globalmente ottimale </a:t>
            </a:r>
          </a:p>
          <a:p>
            <a:pPr marL="171450" indent="-171450">
              <a:buFontTx/>
              <a:buChar char="-"/>
            </a:pPr>
            <a:r>
              <a:rPr lang="it-IT"/>
              <a:t>Il </a:t>
            </a:r>
            <a:r>
              <a:rPr lang="it-IT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</a:t>
            </a:r>
            <a:r>
              <a:rPr lang="it-IT"/>
              <a:t> anticipato rende l'algoritmo molto più veloce di O(n²) nella maggior parte dei casi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835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it-IT"/>
              <a:t>Usciamo dal loop: verifichiamo che almeno una tappa sia stata selezionata</a:t>
            </a:r>
          </a:p>
          <a:p>
            <a:pPr marL="171450" indent="-171450">
              <a:buFontTx/>
              <a:buChar char="-"/>
            </a:pPr>
            <a:r>
              <a:rPr lang="it-IT"/>
              <a:t> Se la lista è vuota il tempo disponibile era insufficiente anche per un solo monumento — errore esplicito</a:t>
            </a:r>
          </a:p>
          <a:p>
            <a:pPr marL="171450" indent="-171450">
              <a:buFontTx/>
              <a:buChar char="-"/>
            </a:pPr>
            <a:r>
              <a:rPr lang="it-IT"/>
              <a:t> Assembliamo l'oggetto viaggio con utente, città, punto di partenza e tappe con durate stimate Salviamo nel database e restituiamo il viaggio al chiamante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306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B8376-2F97-C2EA-2948-ED8A3C96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C5CCC7F-C521-3F0C-B8AF-C4B85F389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956F7D6-26E3-F672-61D1-742AD806A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Le linee di codice e le classi sono aumentate, ma la qualità resta alta. </a:t>
            </a:r>
            <a:r>
              <a:rPr lang="it-IT" b="1"/>
              <a:t>Zero</a:t>
            </a:r>
            <a:r>
              <a:rPr lang="it-IT"/>
              <a:t> classi altamente problematiche.</a:t>
            </a:r>
          </a:p>
          <a:p>
            <a:r>
              <a:rPr lang="it-IT" b="1"/>
              <a:t>Complessità (1° grafico):</a:t>
            </a:r>
            <a:r>
              <a:rPr lang="it-IT"/>
              <a:t> Aumentata fisiologicamente per le nuove funzioni di ottimizzazione, ma resta sicura, concentrata sui livelli bassi e medio-bassi.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/>
              <a:t>Coesione (2° grafico):</a:t>
            </a:r>
            <a:r>
              <a:rPr lang="it-IT"/>
              <a:t> Ottima. Abbiamo classi coese con responsabilità singole chiare, il che ci garantisce un'alta manutenibilità futura</a:t>
            </a:r>
          </a:p>
          <a:p>
            <a:r>
              <a:rPr lang="it-IT" b="1"/>
              <a:t>Accoppiamento (3° grafico):</a:t>
            </a:r>
            <a:r>
              <a:rPr lang="it-IT"/>
              <a:t> Eccellente. L'MVC funziona: </a:t>
            </a:r>
            <a:r>
              <a:rPr lang="it-IT" b="1"/>
              <a:t>oltre il 54% è di livello basso</a:t>
            </a:r>
            <a:r>
              <a:rPr lang="it-IT"/>
              <a:t> e, soprattutto, nessuna classe è in zona rossa.</a:t>
            </a:r>
          </a:p>
          <a:p>
            <a:endParaRPr lang="it-IT" u="none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7ED5C8-39D9-93F3-DB8B-FEC016B74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C4B9D7-7BC4-4057-B741-1F1362CAF06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3016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2DF2A-5798-8012-5BBE-96968030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94E70C8-35CE-8ECE-2F99-90A9EF722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61692AF-ED7C-BEDF-6FC0-80455C391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Abbiamo introdotto per la prima volta test sul livello di sicurezza, verificando che il filtro JWT blocchi token malformati, revocati e scaduti, e che gli endpoint pubblici restino accessibili senza autenticazione. Sul </a:t>
            </a:r>
            <a:r>
              <a:rPr lang="it-IT" err="1"/>
              <a:t>TripController</a:t>
            </a:r>
            <a:r>
              <a:rPr lang="it-IT"/>
              <a:t> abbiamo testato tutti i nuovi endpoint: il catalogo pubblico, il filtro per città case-insensitive, il salvataggio nei preferiti con transizione allo stato STARRED, il completamento del viaggio con transizione a COMPLETED e il ripristino a SAVED. Sul </a:t>
            </a:r>
            <a:r>
              <a:rPr lang="it-IT" err="1"/>
              <a:t>TripService</a:t>
            </a:r>
            <a:r>
              <a:rPr lang="it-IT"/>
              <a:t> abbiamo validato la logica di business più critica: che solo il proprietario possa pubblicare o modificare un viaggio, che la generazione casuale rispetti il budget temporale e non superi le dieci tappe, e che ogni modifica alle tappe venga correttamente persistita nel database.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D437C3-A1BE-D0AE-7F61-0BD28A07E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C4B9D7-7BC4-4057-B741-1F1362CAF06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56444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ECB30-5E43-8BFC-99F2-8CF93B56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1E82DF5-D2CE-5A16-D0CF-581A46C06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C9941EC-0A5B-3E04-06CF-850BD4988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05722E7-2410-A597-1B33-4EF23E4C9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C4B9D7-7BC4-4057-B741-1F1362CAF06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6102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8C84C-A143-3CFA-DB89-3A596ABD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28E1240-D692-753D-E04F-D313843BE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06021A6-39E3-19AB-7B1F-E90B61D0F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u="none"/>
              <a:t>GESTIONE VIAGGI</a:t>
            </a:r>
            <a:endParaRPr lang="it-IT" sz="1200" b="1" i="0" u="sng" strike="noStrike" cap="none"/>
          </a:p>
          <a:p>
            <a:pPr marL="342900" lvl="0" indent="-34290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</a:pP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POST /</a:t>
            </a:r>
            <a:r>
              <a:rPr lang="en-US" sz="1200" b="0" i="0" u="none" strike="noStrike" cap="none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api</a:t>
            </a:r>
            <a: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  <a:t>/trips</a:t>
            </a: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/{id}/</a:t>
            </a:r>
            <a:r>
              <a:rPr lang="it-IT" sz="1200" err="1">
                <a:solidFill>
                  <a:srgbClr val="384653"/>
                </a:solidFill>
                <a:ea typeface="Roboto"/>
                <a:cs typeface="Roboto"/>
              </a:rPr>
              <a:t>publish</a:t>
            </a: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 -&gt; PUBBLICA VIAGGIO NEL CATALOGO</a:t>
            </a:r>
          </a:p>
          <a:p>
            <a:pPr marL="342900" indent="-34290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</a:pPr>
            <a:r>
              <a:rPr lang="en-US" sz="1200">
                <a:solidFill>
                  <a:srgbClr val="384653"/>
                </a:solidFill>
                <a:ea typeface="Roboto"/>
                <a:cs typeface="Roboto"/>
                <a:sym typeface="Roboto"/>
              </a:rPr>
              <a:t>POST /</a:t>
            </a:r>
            <a:r>
              <a:rPr lang="en-US" sz="1200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api</a:t>
            </a:r>
            <a:r>
              <a:rPr lang="en-US" sz="1200">
                <a:solidFill>
                  <a:srgbClr val="384653"/>
                </a:solidFill>
                <a:ea typeface="Roboto"/>
                <a:cs typeface="Roboto"/>
                <a:sym typeface="Roboto"/>
              </a:rPr>
              <a:t>/trips</a:t>
            </a: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/{id}/</a:t>
            </a:r>
            <a:r>
              <a:rPr lang="it-IT" sz="1200" err="1">
                <a:solidFill>
                  <a:srgbClr val="384653"/>
                </a:solidFill>
                <a:ea typeface="Roboto"/>
                <a:cs typeface="Roboto"/>
              </a:rPr>
              <a:t>unpublish</a:t>
            </a: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 -&gt; RIMUOVE VIAGGIO DAL CATALOGO</a:t>
            </a:r>
          </a:p>
          <a:p>
            <a:pPr marL="342900" indent="-34290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</a:pP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GET /api/trips/random/</a:t>
            </a:r>
            <a:r>
              <a:rPr lang="it-IT" sz="1200" err="1">
                <a:solidFill>
                  <a:srgbClr val="384653"/>
                </a:solidFill>
                <a:ea typeface="Roboto"/>
                <a:cs typeface="Roboto"/>
              </a:rPr>
              <a:t>catalog</a:t>
            </a: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 -&gt; </a:t>
            </a:r>
            <a:r>
              <a:rPr lang="it-IT" sz="700">
                <a:solidFill>
                  <a:srgbClr val="384653"/>
                </a:solidFill>
                <a:ea typeface="Roboto"/>
                <a:cs typeface="Roboto"/>
              </a:rPr>
              <a:t>RESTITUISCE UN VIAGGIO PUBBLICO SCELTO CASUALMENTE DAL CATALOGO</a:t>
            </a:r>
          </a:p>
          <a:p>
            <a:pPr marL="342900" marR="0" lvl="0" indent="-342900" algn="l" defTabSz="914400" rtl="0" eaLnBrk="1" fontAlgn="auto" latinLnBrk="0" hangingPunct="1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  <a:tabLst/>
              <a:defRPr/>
            </a:pPr>
            <a:r>
              <a:rPr lang="it-IT" sz="800">
                <a:solidFill>
                  <a:srgbClr val="384653"/>
                </a:solidFill>
                <a:ea typeface="Roboto"/>
                <a:cs typeface="Roboto"/>
              </a:rPr>
              <a:t>GET /api/trips/public -&gt; RESTITUISCE IL CATALOGO PUBBLICO</a:t>
            </a:r>
            <a:endParaRPr lang="it-IT" sz="500">
              <a:solidFill>
                <a:srgbClr val="384653"/>
              </a:solidFill>
              <a:ea typeface="Roboto"/>
              <a:cs typeface="Roboto"/>
            </a:endParaRPr>
          </a:p>
          <a:p>
            <a:pPr marL="342900" indent="-34290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</a:pP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POST /api/trips/random/generate -&gt; </a:t>
            </a:r>
            <a:r>
              <a:rPr lang="it-IT" sz="900"/>
              <a:t>CREA UN VIAGGIO CON MONUMENTI SCELTI A CASO</a:t>
            </a:r>
            <a:endParaRPr lang="it-IT" sz="1200">
              <a:solidFill>
                <a:srgbClr val="384653"/>
              </a:solidFill>
              <a:ea typeface="Roboto"/>
              <a:cs typeface="Roboto"/>
            </a:endParaRPr>
          </a:p>
          <a:p>
            <a:pPr marL="342900" indent="-34290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</a:pP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POST/api/trips/{id}/</a:t>
            </a:r>
            <a:r>
              <a:rPr lang="it-IT" sz="1200" err="1">
                <a:solidFill>
                  <a:srgbClr val="384653"/>
                </a:solidFill>
                <a:ea typeface="Roboto"/>
                <a:cs typeface="Roboto"/>
              </a:rPr>
              <a:t>save</a:t>
            </a: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 -&gt; AGGIUNGE AI PREFERITI</a:t>
            </a:r>
          </a:p>
          <a:p>
            <a:pPr marL="342900" indent="-34290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</a:pP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DELETE /api/trips/{id}/</a:t>
            </a:r>
            <a:r>
              <a:rPr lang="it-IT" sz="1200" err="1">
                <a:solidFill>
                  <a:srgbClr val="384653"/>
                </a:solidFill>
                <a:ea typeface="Roboto"/>
                <a:cs typeface="Roboto"/>
              </a:rPr>
              <a:t>save</a:t>
            </a: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 -&gt; </a:t>
            </a:r>
            <a:r>
              <a:rPr lang="it-IT" sz="1050" u="none"/>
              <a:t>RIMUOVE DAI PREFERITI</a:t>
            </a:r>
          </a:p>
          <a:p>
            <a:pPr marL="342900" indent="-34290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</a:pP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GET /api/trips/history -&gt; </a:t>
            </a:r>
            <a:r>
              <a:rPr lang="it-IT" sz="1000">
                <a:solidFill>
                  <a:srgbClr val="384653"/>
                </a:solidFill>
                <a:ea typeface="Roboto"/>
                <a:cs typeface="Roboto"/>
              </a:rPr>
              <a:t>RESTITUISCE I VIAGGI COMPLETATI DELL’UTENTE AUTENTICATO</a:t>
            </a:r>
          </a:p>
          <a:p>
            <a:pPr marL="342900" indent="-34290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</a:pP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PUT /api/trips/{id}/complete -&gt; IMPOSTA IL VIAGGIO COME COMPLETATO</a:t>
            </a:r>
          </a:p>
          <a:p>
            <a:pPr marL="342900" indent="-34290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</a:pP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PUT/api/trips/{id}/</a:t>
            </a:r>
            <a:r>
              <a:rPr lang="it-IT" sz="1200" err="1">
                <a:solidFill>
                  <a:srgbClr val="384653"/>
                </a:solidFill>
                <a:ea typeface="Roboto"/>
                <a:cs typeface="Roboto"/>
              </a:rPr>
              <a:t>restore</a:t>
            </a:r>
            <a:r>
              <a:rPr lang="it-IT" sz="1200">
                <a:solidFill>
                  <a:srgbClr val="384653"/>
                </a:solidFill>
                <a:ea typeface="Roboto"/>
                <a:cs typeface="Roboto"/>
              </a:rPr>
              <a:t> -&gt; RIMUOVE IL VIAGGIO DAI COMPLETATI E LO IMPOSTA COME SAVED</a:t>
            </a:r>
            <a:endParaRPr lang="en-US" sz="1200" b="0" i="0" u="none" strike="noStrike" cap="non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2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rPr>
            </a:br>
            <a:endParaRPr lang="en-US" sz="1200" b="0" i="0" u="none" strike="noStrike" cap="none"/>
          </a:p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5FD33D-C3AC-1821-2E78-4AB4E1D8E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01121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Nell'ultima iterazione le modifiche sono in:</a:t>
            </a:r>
          </a:p>
          <a:p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TripMgmtIF</a:t>
            </a:r>
            <a:r>
              <a:rPr lang="it-IT"/>
              <a:t> riceve due aggiunte: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clonePublicTrip</a:t>
            </a:r>
            <a:r>
              <a:rPr lang="it-IT"/>
              <a:t>, che permette a un utente di copiare nel proprio account un viaggio pubblicato da un altro utente nel catalogo, e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getPublicTripsWithUsername</a:t>
            </a:r>
            <a:r>
              <a:rPr lang="it-IT"/>
              <a:t>, che risolve il nome dell'autore per ogni viaggio.</a:t>
            </a:r>
          </a:p>
          <a:p>
            <a:r>
              <a:rPr lang="it-IT"/>
              <a:t>La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UserServiceIF</a:t>
            </a:r>
            <a:r>
              <a:rPr lang="it-IT"/>
              <a:t> si arricchisce con due metodi rilevanti per la gestione del profilo: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updateProfile</a:t>
            </a:r>
            <a:r>
              <a:rPr lang="it-IT"/>
              <a:t>, che permette di aggiornare username ed email verificando che non siano già in uso, e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deleteUser</a:t>
            </a:r>
            <a:r>
              <a:rPr lang="it-IT"/>
              <a:t>, che elimina definitivamente l'account con cancellazione a cascata di tutti i viaggi associati.</a:t>
            </a:r>
          </a:p>
          <a:p>
            <a:r>
              <a:rPr lang="it-IT"/>
              <a:t>La novità strutturale di questa iterazione è l'introduzione di una nuova interfaccia del tutto assente nelle iterazioni precedenti: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ExportServiceIF</a:t>
            </a:r>
            <a:r>
              <a:rPr lang="it-IT"/>
              <a:t>, con un unico metodo </a:t>
            </a:r>
            <a:r>
              <a:rPr lang="it-IT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generateTripPdf</a:t>
            </a:r>
            <a:r>
              <a:rPr lang="it-IT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necessario per esportare il pdf.</a:t>
            </a:r>
            <a:endParaRPr lang="it-IT" b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45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59846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Nel class </a:t>
            </a:r>
            <a:r>
              <a:rPr lang="it-IT" err="1"/>
              <a:t>diagram</a:t>
            </a:r>
            <a:r>
              <a:rPr lang="it-IT"/>
              <a:t> della terza iterazione le modifiche al modello di dominio sono minime, e questo è coerente con la natura dei casi d'uso implementati in quest'ultima fase, che riguardano principalmente funzionalità trasversali come la gestione del profilo e l'esportazione PDF, piuttosto che nuove entità.</a:t>
            </a:r>
          </a:p>
          <a:p>
            <a:r>
              <a:rPr lang="it-IT"/>
              <a:t>La classe </a:t>
            </a:r>
            <a:r>
              <a:rPr lang="it-IT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</a:t>
            </a:r>
            <a:r>
              <a:rPr lang="it-IT"/>
              <a:t> rimane strutturalmente identica alla seconda iterazione. Stesso discorso per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TripStage</a:t>
            </a:r>
            <a:r>
              <a:rPr lang="it-IT"/>
              <a:t>,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Monument</a:t>
            </a:r>
            <a:r>
              <a:rPr lang="it-IT"/>
              <a:t>,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RevokedToken</a:t>
            </a:r>
            <a:r>
              <a:rPr lang="it-IT"/>
              <a:t> e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TspResult</a:t>
            </a:r>
            <a:r>
              <a:rPr lang="it-IT"/>
              <a:t>.</a:t>
            </a:r>
          </a:p>
          <a:p>
            <a:r>
              <a:rPr lang="it-IT"/>
              <a:t>L'unica variazione nella classe </a:t>
            </a:r>
            <a:r>
              <a:rPr lang="it-IT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it-IT"/>
              <a:t> è di tipo invisibile al diagramma ma rilevante a livello di comportamento: il metodo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deleteUser</a:t>
            </a:r>
            <a:r>
              <a:rPr lang="it-IT"/>
              <a:t> nel service ora garantisce la cancellazione a cascata di tutti i viaggi associati all'utente eliminato. Questo non cambia la struttura della classe, ma impatta la coerenza dei dati in </a:t>
            </a:r>
            <a:r>
              <a:rPr lang="it-IT" err="1"/>
              <a:t>MongoDB</a:t>
            </a:r>
            <a:r>
              <a:rPr lang="it-IT"/>
              <a:t>, dove un documento </a:t>
            </a:r>
            <a:r>
              <a:rPr lang="it-IT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it-IT"/>
              <a:t> cancellato non lascia orfani nella </a:t>
            </a:r>
            <a:r>
              <a:rPr lang="it-IT" err="1"/>
              <a:t>collection</a:t>
            </a:r>
            <a:r>
              <a:rPr lang="it-IT"/>
              <a:t> </a:t>
            </a:r>
            <a:r>
              <a:rPr lang="it-IT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trips</a:t>
            </a:r>
            <a:r>
              <a:rPr lang="it-IT"/>
              <a:t>.</a:t>
            </a:r>
          </a:p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46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59727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44AE-DF7C-FE06-27AB-5E6FB1D0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4845E82-725B-D352-D365-0E3C966B3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357C5E4-3E78-AD98-B0C8-675438D9E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Passando all'analisi statica finale, il messaggio chiave qui è che </a:t>
            </a:r>
            <a:r>
              <a:rPr lang="it-IT" b="1"/>
              <a:t>la salute architetturale del progetto è quasi totalmente ottimale</a:t>
            </a:r>
            <a:r>
              <a:rPr lang="it-IT"/>
              <a:t>. Nonostante l'aggiunta di logiche complesse per i profili e la sicurezza, l'architettura ha retto benissimo.</a:t>
            </a:r>
          </a:p>
          <a:p>
            <a:r>
              <a:rPr lang="it-IT"/>
              <a:t>Il dato più importante è che su 59 classi analizzate, </a:t>
            </a:r>
            <a:r>
              <a:rPr lang="it-IT" b="1"/>
              <a:t>ben 58 sono totalmente prive di criticità</a:t>
            </a:r>
            <a:r>
              <a:rPr lang="it-IT"/>
              <a:t> e si posizionano nella fascia verde.</a:t>
            </a:r>
          </a:p>
          <a:p>
            <a:r>
              <a:rPr lang="it-IT"/>
              <a:t>Tutto il carico di complessità del sistema si è di fatto concentrato nel </a:t>
            </a:r>
            <a:r>
              <a:rPr lang="it-IT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TripService</a:t>
            </a:r>
            <a:r>
              <a:rPr lang="it-IT"/>
              <a:t>. Essendo il cuore del sistema per le logiche di viaggio e l'ottimizzazione. </a:t>
            </a:r>
          </a:p>
          <a:p>
            <a:r>
              <a:rPr lang="it-IT"/>
              <a:t>È un collo di bottiglia previsto, che isola la complessità dal resto del sistema, e sarà il nostro principale candidato per futuri </a:t>
            </a:r>
            <a:r>
              <a:rPr lang="it-IT" err="1"/>
              <a:t>refactoring</a:t>
            </a:r>
            <a:r>
              <a:rPr lang="it-IT"/>
              <a:t>.</a:t>
            </a:r>
          </a:p>
          <a:p>
            <a:endParaRPr lang="it-IT" u="none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5004BBF-6498-5B60-7416-A52327DCC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C4B9D7-7BC4-4057-B741-1F1362CAF06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28940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4545E-A6D5-1230-30C1-5FF52B446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2D21DFB-70D1-7FA5-6C8E-B3BED78F8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C2D5B29-B708-ACB2-7DF0-6B4A5BDE2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Guardando le tre metriche nello specifico:</a:t>
            </a:r>
          </a:p>
          <a:p>
            <a:r>
              <a:rPr lang="it-IT"/>
              <a:t>La </a:t>
            </a:r>
            <a:r>
              <a:rPr lang="it-IT" b="1"/>
              <a:t>Complessità</a:t>
            </a:r>
            <a:r>
              <a:rPr lang="it-IT"/>
              <a:t> è sotto controllo: l'86% delle classi è su livelli bassi o medio-bassi.</a:t>
            </a:r>
          </a:p>
          <a:p>
            <a:r>
              <a:rPr lang="it-IT"/>
              <a:t>L'</a:t>
            </a:r>
            <a:r>
              <a:rPr lang="it-IT" b="1"/>
              <a:t>Accoppiamento</a:t>
            </a:r>
            <a:r>
              <a:rPr lang="it-IT"/>
              <a:t> e la </a:t>
            </a:r>
            <a:r>
              <a:rPr lang="it-IT" b="1"/>
              <a:t>Coesione</a:t>
            </a:r>
            <a:r>
              <a:rPr lang="it-IT"/>
              <a:t> seguono un andamento fisiologico. Abbiamo alcuni valori alti, ma riflettono semplicemente la normale natura dei </a:t>
            </a:r>
            <a:r>
              <a:rPr lang="it-IT" err="1"/>
              <a:t>layer</a:t>
            </a:r>
            <a:r>
              <a:rPr lang="it-IT"/>
              <a:t> di Servizio che devono comunicare con i repository.</a:t>
            </a:r>
          </a:p>
          <a:p>
            <a:endParaRPr lang="it-IT" u="none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F88C2E-7925-5634-9636-3BAD09748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C4B9D7-7BC4-4057-B741-1F1362CAF06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99947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A73F9-D395-32C1-6553-C8C363D77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7CED7B1-FF02-1ADD-85C0-D3CD8A4C1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756C3E0-4AE8-6AE0-F020-944C95697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Per la gestione del profilo abbiamo testato la modifica di username ed email con gestione dei conflitti in caso di dati già registrati, e l'eliminazione dell'account con rimozione a cascata dei viaggi associati. Per l'esportazione abbiamo verificato che il servizio generi un PDF strutturalmente valido, con intestazione corretta e dati del monumento presenti, gestendo anche il caso di monumento inesistente. Sul motore di ottimizzazione abbiamo aggiunto test sulla formula di </a:t>
            </a:r>
            <a:r>
              <a:rPr lang="it-IT" err="1"/>
              <a:t>Haversine</a:t>
            </a:r>
            <a:r>
              <a:rPr lang="it-IT"/>
              <a:t>, sulla simmetria delle matrici di distanza e sulla corretta integrazione con </a:t>
            </a:r>
            <a:r>
              <a:rPr lang="it-IT" err="1"/>
              <a:t>GraphHopper</a:t>
            </a:r>
            <a:r>
              <a:rPr lang="it-IT"/>
              <a:t> per il calcolo delle tratte reali. Infine per la clonazione dei viaggi abbiamo verificato che un viaggio pubblico venga duplicato correttamente e che il tentativo di clonare un viaggio privato o inesistente sollevi le eccezioni appropriate.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9A75CE8-CDBE-34BB-7289-4AEDAB4B6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C4B9D7-7BC4-4057-B741-1F1362CAF06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01038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Questa slide mostra la copertura finale dei test sul progetto. La copertura complessiva è intorno al 96% , un risultato ottimo che conferma la suite di test costruita nel corso delle tre iterazioni copre in modo sistematico ed affidabile la quasi totalità del codice prodotto.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52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91908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C3B86-045C-AAD8-BB04-6539F60E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0605F08-656C-4049-B86D-F7BD12734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BE6C3C3-357C-14E7-4F79-B340E9387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cap="none" dirty="0"/>
              <a:t>GESTIONE UTENTE</a:t>
            </a:r>
          </a:p>
          <a:p>
            <a:pPr marL="342900" lvl="0" indent="-34290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</a:pPr>
            <a:r>
              <a:rPr lang="it-IT" sz="1200" dirty="0">
                <a:solidFill>
                  <a:srgbClr val="384653"/>
                </a:solidFill>
                <a:ea typeface="Roboto"/>
                <a:cs typeface="Roboto"/>
              </a:rPr>
              <a:t>PATCH /api/user/</a:t>
            </a:r>
            <a:r>
              <a:rPr lang="it-IT" sz="1200" dirty="0" err="1">
                <a:solidFill>
                  <a:srgbClr val="384653"/>
                </a:solidFill>
                <a:ea typeface="Roboto"/>
                <a:cs typeface="Roboto"/>
              </a:rPr>
              <a:t>profile</a:t>
            </a:r>
            <a:r>
              <a:rPr lang="it-IT" sz="1200" dirty="0">
                <a:solidFill>
                  <a:srgbClr val="384653"/>
                </a:solidFill>
                <a:ea typeface="Roboto"/>
                <a:cs typeface="Roboto"/>
              </a:rPr>
              <a:t> -&gt; ELIMINA DEFINITIVAMENTE IL PROFILO UTENTE</a:t>
            </a:r>
          </a:p>
          <a:p>
            <a:pPr marL="342900" lvl="0" indent="-34290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</a:pPr>
            <a:r>
              <a:rPr lang="it-IT" sz="1200" dirty="0">
                <a:solidFill>
                  <a:srgbClr val="384653"/>
                </a:solidFill>
                <a:ea typeface="Roboto"/>
                <a:cs typeface="Roboto"/>
              </a:rPr>
              <a:t>DELETE /api/user/</a:t>
            </a:r>
            <a:r>
              <a:rPr lang="it-IT" sz="1200" dirty="0" err="1">
                <a:solidFill>
                  <a:srgbClr val="384653"/>
                </a:solidFill>
                <a:ea typeface="Roboto"/>
                <a:cs typeface="Roboto"/>
              </a:rPr>
              <a:t>profile</a:t>
            </a:r>
            <a:r>
              <a:rPr lang="it-IT" sz="1200" dirty="0">
                <a:solidFill>
                  <a:srgbClr val="384653"/>
                </a:solidFill>
                <a:ea typeface="Roboto"/>
                <a:cs typeface="Roboto"/>
              </a:rPr>
              <a:t> -&gt; AGGIORNA I CAMPI DEL PROFILO (USERNAME, EMAIL O PASSWORD)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  <a:tabLst/>
              <a:defRPr/>
            </a:pPr>
            <a:r>
              <a:rPr lang="it-IT" sz="1200" dirty="0">
                <a:solidFill>
                  <a:srgbClr val="384653"/>
                </a:solidFill>
                <a:ea typeface="Roboto"/>
                <a:cs typeface="Roboto"/>
              </a:rPr>
              <a:t>POST /api/</a:t>
            </a:r>
            <a:r>
              <a:rPr lang="it-IT" sz="1200" dirty="0" err="1">
                <a:solidFill>
                  <a:srgbClr val="384653"/>
                </a:solidFill>
                <a:ea typeface="Roboto"/>
                <a:cs typeface="Roboto"/>
              </a:rPr>
              <a:t>auth</a:t>
            </a:r>
            <a:r>
              <a:rPr lang="it-IT" sz="1200" dirty="0">
                <a:solidFill>
                  <a:srgbClr val="384653"/>
                </a:solidFill>
                <a:ea typeface="Roboto"/>
                <a:cs typeface="Roboto"/>
              </a:rPr>
              <a:t>/</a:t>
            </a:r>
            <a:r>
              <a:rPr lang="it-IT" sz="1200" dirty="0" err="1">
                <a:solidFill>
                  <a:srgbClr val="384653"/>
                </a:solidFill>
                <a:ea typeface="Roboto"/>
                <a:cs typeface="Roboto"/>
              </a:rPr>
              <a:t>change</a:t>
            </a:r>
            <a:r>
              <a:rPr lang="it-IT" sz="1200" dirty="0">
                <a:solidFill>
                  <a:srgbClr val="384653"/>
                </a:solidFill>
                <a:ea typeface="Roboto"/>
                <a:cs typeface="Roboto"/>
              </a:rPr>
              <a:t>-password -&gt; AGGIORNA LA PASSWORD DELL’UTENTE</a:t>
            </a:r>
          </a:p>
          <a:p>
            <a:pPr marL="0" lvl="0" indent="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None/>
            </a:pPr>
            <a:endParaRPr lang="it-IT" sz="1200" dirty="0">
              <a:solidFill>
                <a:srgbClr val="384653"/>
              </a:solidFill>
              <a:ea typeface="Roboto"/>
              <a:cs typeface="Roboto"/>
            </a:endParaRPr>
          </a:p>
          <a:p>
            <a:pPr marL="0" lvl="0" indent="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None/>
            </a:pPr>
            <a:r>
              <a:rPr lang="it-IT" sz="1200" b="1" dirty="0">
                <a:solidFill>
                  <a:srgbClr val="384653"/>
                </a:solidFill>
                <a:ea typeface="Roboto"/>
                <a:cs typeface="Roboto"/>
              </a:rPr>
              <a:t>GESTIONE VIAGGI</a:t>
            </a:r>
          </a:p>
          <a:p>
            <a:pPr marL="342900" lvl="0" indent="-34290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</a:pPr>
            <a:r>
              <a:rPr lang="it-IT" sz="1200" dirty="0">
                <a:solidFill>
                  <a:srgbClr val="384653"/>
                </a:solidFill>
                <a:ea typeface="Roboto"/>
                <a:cs typeface="Roboto"/>
              </a:rPr>
              <a:t>GET /api/trips//{id}/export -&gt; PERMETTE DI ESPORTARE IL VIAGGIO IN FORMATO PDF</a:t>
            </a:r>
          </a:p>
          <a:p>
            <a:pPr marL="342900" lvl="0" indent="-342900">
              <a:lnSpc>
                <a:spcPct val="151428"/>
              </a:lnSpc>
              <a:buClr>
                <a:srgbClr val="384653"/>
              </a:buClr>
              <a:buSzPts val="175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384653"/>
                </a:solidFill>
                <a:ea typeface="Roboto"/>
                <a:cs typeface="Roboto"/>
                <a:sym typeface="Roboto"/>
              </a:rPr>
              <a:t>POST /</a:t>
            </a:r>
            <a:r>
              <a:rPr lang="en-US" sz="1200" dirty="0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api</a:t>
            </a:r>
            <a:r>
              <a:rPr lang="en-US" sz="1200" dirty="0">
                <a:solidFill>
                  <a:srgbClr val="384653"/>
                </a:solidFill>
                <a:ea typeface="Roboto"/>
                <a:cs typeface="Roboto"/>
                <a:sym typeface="Roboto"/>
              </a:rPr>
              <a:t>/trips</a:t>
            </a:r>
            <a:r>
              <a:rPr lang="it-IT" sz="1200" dirty="0">
                <a:solidFill>
                  <a:srgbClr val="384653"/>
                </a:solidFill>
                <a:ea typeface="Roboto"/>
                <a:cs typeface="Roboto"/>
              </a:rPr>
              <a:t>/{id}/clone -&gt; </a:t>
            </a:r>
            <a:r>
              <a:rPr lang="it-I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PERMETTE DI CLONARE UN VIAGGIO PUBBLICO NELLA PROPRIA LISTA PERSONALE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FAF6835-C6AD-D5B0-FD32-68C5E925A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53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29779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4B9D7-7BC4-4057-B741-1F1362CAF061}" type="slidenum">
              <a:rPr lang="it-IT" smtClean="0"/>
              <a:t>57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495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8658B1-C596-5845-4BF6-9E3C282D7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CD5AA4C-5780-6C8B-495F-E8D7C28B7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63345A-8F96-D174-5F87-A437D31E7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4C76-CC27-4CAA-8679-6468720D3456}" type="datetime1">
              <a:rPr lang="it-IT" smtClean="0"/>
              <a:t>04/05/2026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837E6B-E54C-F18A-15B0-EFD4AA397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Davide Brambilla – 1080752 Giorgio Passarella – 1079287 Massimiliano Federico Gervasoni –1069211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5EB0394-30DC-F185-F576-D89328550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567-1432-4A97-ADA0-C9053A7A19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039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1AAD8E-5CF1-C429-B0E3-EE1AF92A1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6DB9BF-3028-4A33-4843-1EB83B3DB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B64B01-708F-C9DD-8E69-BB3C685D2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84F2-0EFA-4AEA-A9FB-E875CEA23E58}" type="datetime1">
              <a:rPr lang="it-IT" smtClean="0"/>
              <a:t>04/05/2026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4936D59-929C-FBFE-E2F0-177E5904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Davide Brambilla – 1080752 Giorgio Passarella – 1079287 Massimiliano Federico Gervasoni –1069211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DEAA56B-B4AF-89F3-7B90-B7842C14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567-1432-4A97-ADA0-C9053A7A19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331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A43331-492A-BAB7-5832-A57B2EB39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428692A-F7BA-B84A-A63E-1809311F7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666013-192C-50E0-DB93-3669CE97E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29AC-F176-49F6-A8BC-3A1D349AD49E}" type="datetime1">
              <a:rPr lang="it-IT" smtClean="0"/>
              <a:t>04/05/2026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72CFCB-FFD2-00D3-717C-F8B409F0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Davide Brambilla – 1080752 Giorgio Passarella – 1079287 Massimiliano Federico Gervasoni –1069211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A21892-D7BF-4B30-1326-7B3CE5A21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567-1432-4A97-ADA0-C9053A7A19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731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D26DFD-7C25-7CEE-10DE-E30979379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A23448-596A-89A9-C693-6FBFB023C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6FEE150-5F3E-DE1D-E227-801C63218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FFD58FD-D8CB-3C1D-1181-1315F075A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E7E1F-AC50-4ABF-B730-FE0B6A28777B}" type="datetime1">
              <a:rPr lang="it-IT" smtClean="0"/>
              <a:t>04/05/2026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BEAFBC5-0907-72B5-0833-1FB1909E7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Davide Brambilla – 1080752 Giorgio Passarella – 1079287 Massimiliano Federico Gervasoni –1069211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E38CE0-20A1-21AB-367F-090C2B44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567-1432-4A97-ADA0-C9053A7A19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089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775B08-E790-C37A-32A1-506891CC8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3DE0FF3-9BEA-AA4D-E947-3A0565410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50FCC03-A1FD-57DF-4785-BDEAFE74C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E304BAD-0787-CD7F-8B11-FCFCB4CF0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0785AD7-BBF5-43A3-49AA-C4A95FA5A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5CA23E5-4DAE-EAF7-96D5-B803115B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8C666-6908-4597-83F5-F8C603329565}" type="datetime1">
              <a:rPr lang="it-IT" smtClean="0"/>
              <a:t>04/05/2026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0DB8A2C-2C22-211C-7655-B23BAA6CA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Davide Brambilla – 1080752 Giorgio Passarella – 1079287 Massimiliano Federico Gervasoni –1069211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79FD4DC-E280-3B87-151D-6DDEA924C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567-1432-4A97-ADA0-C9053A7A19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173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8FDBD1-82C8-EC60-EAB3-21E3E7AA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5C5B3E2-FE1E-0D07-82EE-409613EE5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7021-E4C5-4CF4-9299-516BACE207BA}" type="datetime1">
              <a:rPr lang="it-IT" smtClean="0"/>
              <a:t>04/05/2026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8E64137-1918-9DB4-8DB1-3D704A5A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Davide Brambilla – 1080752 Giorgio Passarella – 1079287 Massimiliano Federico Gervasoni –1069211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017E31C-6043-63DF-3B1F-8BFACB91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567-1432-4A97-ADA0-C9053A7A19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27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66DE41E-8FBA-D8FC-A877-CD0F7CF7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D1E7-8D77-452A-8B30-1C9150BE834C}" type="datetime1">
              <a:rPr lang="it-IT" smtClean="0"/>
              <a:t>04/05/2026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A1848D5-3FFF-7425-6892-798306BF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Davide Brambilla – 1080752 Giorgio Passarella – 1079287 Massimiliano Federico Gervasoni –1069211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3EFFCC-4949-A644-22F7-96E76218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567-1432-4A97-ADA0-C9053A7A19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3024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717375-C6FA-BAD7-7471-AB9C5FA62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597971-4CCF-3569-37DE-1B0455136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9BF8B1E-3A18-0733-F105-E13F0EA99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268D1E5-B095-9237-4450-5A5AB0DDF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E2EB-5CB4-4E2A-9101-DD83F800D157}" type="datetime1">
              <a:rPr lang="it-IT" smtClean="0"/>
              <a:t>04/05/2026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B4F3B63-680B-5652-F22F-0C4F01F5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Davide Brambilla – 1080752 Giorgio Passarella – 1079287 Massimiliano Federico Gervasoni –1069211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8572315-89B8-1FAB-964C-18D99C471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567-1432-4A97-ADA0-C9053A7A19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6428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045E65-8E1B-4482-900A-5BC354586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A08DD7-AE3D-8E34-32B5-C22DB9523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FCADCEB-C0E0-0EB0-F21F-DE25ABD14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97758D9-48F5-8348-A515-CC397FC2B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0B35-13A5-420B-9954-5F45BE3C5776}" type="datetime1">
              <a:rPr lang="it-IT" smtClean="0"/>
              <a:t>04/05/2026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257762E-6605-3767-AC26-F2D8B52BB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Davide Brambilla – 1080752 Giorgio Passarella – 1079287 Massimiliano Federico Gervasoni –1069211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840B610-1F64-1161-6BD5-17E0D520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567-1432-4A97-ADA0-C9053A7A19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207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E5D33F-0D3C-05E7-C678-F11BC215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32EF556-4E11-5A6C-9A40-5C5D473F1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FCA291-27DE-7CE1-0041-518EF95D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D4EF-5229-4F1F-8686-62F8B7DBD0C9}" type="datetime1">
              <a:rPr lang="it-IT" smtClean="0"/>
              <a:t>04/05/2026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790117-69BE-DB35-3DCB-C84F56E7A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Davide Brambilla – 1080752 Giorgio Passarella – 1079287 Massimiliano Federico Gervasoni –1069211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0722D9-59A8-44BF-94B4-4DACD98A8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567-1432-4A97-ADA0-C9053A7A19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255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374E235-0460-E2F2-3396-9BF1B8006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4C1A4DC-A587-1166-FF9E-924F441E5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B611B6-E476-227C-E400-83FD75694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0F7F9-F474-4F08-8221-C0E8F50C21F9}" type="datetime1">
              <a:rPr lang="it-IT" smtClean="0"/>
              <a:t>04/05/2026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D375AD-6079-33F3-C636-2941E20F0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Davide Brambilla – 1080752 Giorgio Passarella – 1079287 Massimiliano Federico Gervasoni –1069211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A39C52-1C7E-8EF8-8041-2B7E6BE8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567-1432-4A97-ADA0-C9053A7A19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61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089411D-61BC-DB0C-CAB3-E0EC2893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5B5759F-BA9B-C4FC-742E-8F905CDAD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1AEC21-BDAD-7595-A87A-194A21E7C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68E63-862D-4818-8D21-3FA9881F2336}" type="datetime1">
              <a:rPr lang="it-IT" smtClean="0"/>
              <a:t>04/05/2026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240923-CF37-54E9-D6C7-45E96763B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Davide Brambilla – 1080752 Giorgio Passarella – 1079287 Massimiliano Federico Gervasoni –1069211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BACAA5-9409-1FC2-D5F9-B48FA5839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04567-1432-4A97-ADA0-C9053A7A19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1863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sv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D0D6D3E-D7F9-4591-9CA9-DDF4DB1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69AFA8B-4C34-1DE4-A7F2-8D6F79C34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2639" y="1012536"/>
            <a:ext cx="4613300" cy="3163224"/>
          </a:xfrm>
        </p:spPr>
        <p:txBody>
          <a:bodyPr anchor="t">
            <a:normAutofit/>
          </a:bodyPr>
          <a:lstStyle/>
          <a:p>
            <a:pPr algn="l"/>
            <a:r>
              <a:rPr lang="it-IT" b="1" err="1"/>
              <a:t>OptiTour</a:t>
            </a:r>
            <a:endParaRPr lang="it-IT" b="1"/>
          </a:p>
        </p:txBody>
      </p:sp>
      <p:sp>
        <p:nvSpPr>
          <p:cNvPr id="10" name="Sottotitolo 9">
            <a:extLst>
              <a:ext uri="{FF2B5EF4-FFF2-40B4-BE49-F238E27FC236}">
                <a16:creationId xmlns:a16="http://schemas.microsoft.com/office/drawing/2014/main" id="{17D8F323-CBEA-6235-BAC6-317BB05B6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701" y="1842565"/>
            <a:ext cx="4408228" cy="1192815"/>
          </a:xfrm>
        </p:spPr>
        <p:txBody>
          <a:bodyPr anchor="b">
            <a:normAutofit/>
          </a:bodyPr>
          <a:lstStyle/>
          <a:p>
            <a:pPr algn="l"/>
            <a:r>
              <a:rPr lang="it-IT" b="1" dirty="0"/>
              <a:t>Ottimizzazione di itinerari turistici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3611463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rgbClr val="000000">
                  <a:alpha val="52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30721" y="-107390"/>
            <a:ext cx="3853890" cy="4068665"/>
          </a:xfrm>
          <a:prstGeom prst="rect">
            <a:avLst/>
          </a:prstGeom>
          <a:gradFill>
            <a:gsLst>
              <a:gs pos="0">
                <a:srgbClr val="000000">
                  <a:alpha val="34000"/>
                </a:srgbClr>
              </a:gs>
              <a:gs pos="96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CEC640B0-CE96-08A7-94F1-6CB0FEC3FF3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" r="1638" b="-2"/>
          <a:stretch>
            <a:fillRect/>
          </a:stretch>
        </p:blipFill>
        <p:spPr>
          <a:xfrm>
            <a:off x="7438669" y="1012825"/>
            <a:ext cx="4750511" cy="4756150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FFA246E4-BC87-38D3-F811-5F9F604F8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186" y="5358582"/>
            <a:ext cx="4559145" cy="1353062"/>
          </a:xfrm>
        </p:spPr>
        <p:txBody>
          <a:bodyPr/>
          <a:lstStyle/>
          <a:p>
            <a:pPr algn="l"/>
            <a:r>
              <a:rPr lang="it-IT" sz="1600"/>
              <a:t>Davide Brambilla – 1080752 </a:t>
            </a:r>
          </a:p>
          <a:p>
            <a:pPr algn="l"/>
            <a:r>
              <a:rPr lang="it-IT" sz="1600"/>
              <a:t>Giorgio Passarella – 1079287</a:t>
            </a:r>
          </a:p>
          <a:p>
            <a:pPr algn="l"/>
            <a:r>
              <a:rPr lang="it-IT" sz="1600"/>
              <a:t>Massimiliano Federico Gervasoni –1069211</a:t>
            </a:r>
          </a:p>
        </p:txBody>
      </p:sp>
    </p:spTree>
    <p:extLst>
      <p:ext uri="{BB962C8B-B14F-4D97-AF65-F5344CB8AC3E}">
        <p14:creationId xmlns:p14="http://schemas.microsoft.com/office/powerpoint/2010/main" val="3814963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AA4F764-F474-0AC2-A89B-DEEB23604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Il problema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9E08264F-76E5-1198-F07E-62E2A6AA1F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5171601"/>
              </p:ext>
            </p:extLst>
          </p:nvPr>
        </p:nvGraphicFramePr>
        <p:xfrm>
          <a:off x="63208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8568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991E20-5AB3-79FD-70BD-451943A0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2D71FB6-D8A9-7DCF-AA0A-D291E06AA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9EEF21-0EB5-AF8E-4833-4797FF02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A24E3A-BCA6-51E0-DF04-0BCBC0F1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4F14D1-190B-CE26-A18E-F74C8E8CA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C6A8055-F9ED-6341-566F-BD4675270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Funzionalità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6FA51ED1-06BF-073D-834E-9DB2BA7E99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0513484"/>
              </p:ext>
            </p:extLst>
          </p:nvPr>
        </p:nvGraphicFramePr>
        <p:xfrm>
          <a:off x="1375977" y="2404970"/>
          <a:ext cx="9440047" cy="3431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5735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867CB4-A722-88E3-1C0B-1D382606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72CFDC9-333E-4F6C-5212-B3CB799A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D1A719-AD61-9FDC-CB0C-4374AD21B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7FBE40-E05A-CCCA-7FB6-9B3F394E6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410884-AF1F-338B-8E46-683A72995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7C894E4-01B3-8A8D-860F-8746DE239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ECDFA21-5BF4-D348-9026-7F0BD502D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Iterazione</a:t>
            </a:r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#0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8917B43-28ED-57C0-BED4-B4A728DEB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08AE9DE-28B5-7AB4-6FDF-EDE36CFBD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62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7103969-23A2-B498-CB51-E59B92ADC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Case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2344985-07D1-6FEC-5E3E-52A677781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804" y="63816"/>
            <a:ext cx="5426109" cy="676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41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5BD80-2963-2912-0E1D-BF988B4F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DD53858-A511-CB02-C2E9-B371C2084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8E8917-01B9-81B6-61BE-479BAA482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524FC7-0C15-63FC-4ED1-00D801544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6CBB13-3603-A37C-3992-8054B14AA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6A459BC-5FF3-83D1-BCE4-621B25E2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48865"/>
            <a:ext cx="6282270" cy="877729"/>
          </a:xfrm>
        </p:spPr>
        <p:txBody>
          <a:bodyPr anchor="ctr">
            <a:normAutofit fontScale="90000"/>
          </a:bodyPr>
          <a:lstStyle/>
          <a:p>
            <a:r>
              <a:rPr lang="it-IT" sz="4000">
                <a:solidFill>
                  <a:srgbClr val="FFFFFF"/>
                </a:solidFill>
              </a:rPr>
              <a:t>Architettura del sistema: MVC</a:t>
            </a:r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7AF39491-8397-DBED-FF88-35618E386BAB}"/>
              </a:ext>
            </a:extLst>
          </p:cNvPr>
          <p:cNvGrpSpPr/>
          <p:nvPr/>
        </p:nvGrpSpPr>
        <p:grpSpPr>
          <a:xfrm>
            <a:off x="343613" y="1703319"/>
            <a:ext cx="1473994" cy="3232583"/>
            <a:chOff x="4504548" y="1716738"/>
            <a:chExt cx="1473994" cy="3232583"/>
          </a:xfrm>
        </p:grpSpPr>
        <p:sp>
          <p:nvSpPr>
            <p:cNvPr id="6" name="Google Shape;83;p15">
              <a:extLst>
                <a:ext uri="{FF2B5EF4-FFF2-40B4-BE49-F238E27FC236}">
                  <a16:creationId xmlns:a16="http://schemas.microsoft.com/office/drawing/2014/main" id="{531A71D2-9AEF-960A-9A8D-5263226285C4}"/>
                </a:ext>
              </a:extLst>
            </p:cNvPr>
            <p:cNvSpPr/>
            <p:nvPr/>
          </p:nvSpPr>
          <p:spPr>
            <a:xfrm>
              <a:off x="4504548" y="1716738"/>
              <a:ext cx="1473994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3C4E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>
                  <a:solidFill>
                    <a:srgbClr val="2E3C4E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Client</a:t>
              </a:r>
              <a:endParaRPr sz="2200" b="0" i="0" u="none" strike="noStrike" cap="none">
                <a:latin typeface="+mj-lt"/>
              </a:endParaRPr>
            </a:p>
          </p:txBody>
        </p:sp>
        <p:sp>
          <p:nvSpPr>
            <p:cNvPr id="7" name="Google Shape;84;p15">
              <a:extLst>
                <a:ext uri="{FF2B5EF4-FFF2-40B4-BE49-F238E27FC236}">
                  <a16:creationId xmlns:a16="http://schemas.microsoft.com/office/drawing/2014/main" id="{B3460FF3-92BB-A14C-1CFA-2D5BD706BB8C}"/>
                </a:ext>
              </a:extLst>
            </p:cNvPr>
            <p:cNvSpPr/>
            <p:nvPr/>
          </p:nvSpPr>
          <p:spPr>
            <a:xfrm>
              <a:off x="4504548" y="2704279"/>
              <a:ext cx="1473994" cy="2245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it-IT" sz="160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Componenti React con Leaflet.js per mappa interattiva</a:t>
              </a:r>
              <a:endParaRPr lang="it-IT" sz="1600" b="0" i="0" u="none" strike="noStrike" cap="none"/>
            </a:p>
          </p:txBody>
        </p:sp>
      </p:grp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52E3F2B4-CF8B-8714-776D-A39DE02583AF}"/>
              </a:ext>
            </a:extLst>
          </p:cNvPr>
          <p:cNvGrpSpPr/>
          <p:nvPr/>
        </p:nvGrpSpPr>
        <p:grpSpPr>
          <a:xfrm>
            <a:off x="2123982" y="1703319"/>
            <a:ext cx="1473994" cy="2688349"/>
            <a:chOff x="6539564" y="1716738"/>
            <a:chExt cx="1473994" cy="2688349"/>
          </a:xfrm>
        </p:grpSpPr>
        <p:sp>
          <p:nvSpPr>
            <p:cNvPr id="8" name="Google Shape;85;p15">
              <a:extLst>
                <a:ext uri="{FF2B5EF4-FFF2-40B4-BE49-F238E27FC236}">
                  <a16:creationId xmlns:a16="http://schemas.microsoft.com/office/drawing/2014/main" id="{0A4803F7-1781-3D31-C0C4-29F252FA2A44}"/>
                </a:ext>
              </a:extLst>
            </p:cNvPr>
            <p:cNvSpPr/>
            <p:nvPr/>
          </p:nvSpPr>
          <p:spPr>
            <a:xfrm>
              <a:off x="6539564" y="1716738"/>
              <a:ext cx="1473994" cy="708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3C4E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>
                  <a:solidFill>
                    <a:srgbClr val="2E3C4E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Controller Layer</a:t>
              </a:r>
              <a:endParaRPr sz="2200" b="0" i="0" u="none" strike="noStrike" cap="none">
                <a:latin typeface="+mj-lt"/>
              </a:endParaRPr>
            </a:p>
          </p:txBody>
        </p:sp>
        <p:sp>
          <p:nvSpPr>
            <p:cNvPr id="9" name="Google Shape;86;p15">
              <a:extLst>
                <a:ext uri="{FF2B5EF4-FFF2-40B4-BE49-F238E27FC236}">
                  <a16:creationId xmlns:a16="http://schemas.microsoft.com/office/drawing/2014/main" id="{59E08737-8268-381D-55E6-1A07CB5F093A}"/>
                </a:ext>
              </a:extLst>
            </p:cNvPr>
            <p:cNvSpPr/>
            <p:nvPr/>
          </p:nvSpPr>
          <p:spPr>
            <a:xfrm>
              <a:off x="6539564" y="2704279"/>
              <a:ext cx="1473994" cy="1700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it-IT" sz="160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Endpoint REST per gestione richieste HTTP</a:t>
              </a:r>
              <a:endParaRPr lang="it-IT" sz="1600" b="0" i="0" u="none" strike="noStrike" cap="none"/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83F4DB57-CC52-F41B-3F12-F5A37CB36A9C}"/>
              </a:ext>
            </a:extLst>
          </p:cNvPr>
          <p:cNvGrpSpPr/>
          <p:nvPr/>
        </p:nvGrpSpPr>
        <p:grpSpPr>
          <a:xfrm>
            <a:off x="3904351" y="1703319"/>
            <a:ext cx="1473994" cy="3232582"/>
            <a:chOff x="8574580" y="1716738"/>
            <a:chExt cx="1473994" cy="3232582"/>
          </a:xfrm>
        </p:grpSpPr>
        <p:sp>
          <p:nvSpPr>
            <p:cNvPr id="10" name="Google Shape;87;p15">
              <a:extLst>
                <a:ext uri="{FF2B5EF4-FFF2-40B4-BE49-F238E27FC236}">
                  <a16:creationId xmlns:a16="http://schemas.microsoft.com/office/drawing/2014/main" id="{313D6BD6-9FE5-9520-E8CC-AFD38DB73528}"/>
                </a:ext>
              </a:extLst>
            </p:cNvPr>
            <p:cNvSpPr/>
            <p:nvPr/>
          </p:nvSpPr>
          <p:spPr>
            <a:xfrm>
              <a:off x="8574580" y="1716738"/>
              <a:ext cx="1473994" cy="708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3C4E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>
                  <a:solidFill>
                    <a:srgbClr val="2E3C4E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Service Layer</a:t>
              </a:r>
              <a:endParaRPr sz="2200" b="0" i="0" u="none" strike="noStrike" cap="none">
                <a:latin typeface="+mj-lt"/>
              </a:endParaRPr>
            </a:p>
          </p:txBody>
        </p:sp>
        <p:sp>
          <p:nvSpPr>
            <p:cNvPr id="11" name="Google Shape;88;p15">
              <a:extLst>
                <a:ext uri="{FF2B5EF4-FFF2-40B4-BE49-F238E27FC236}">
                  <a16:creationId xmlns:a16="http://schemas.microsoft.com/office/drawing/2014/main" id="{89A9B6CC-AC85-EE3A-A9BD-DECFE37053FF}"/>
                </a:ext>
              </a:extLst>
            </p:cNvPr>
            <p:cNvSpPr/>
            <p:nvPr/>
          </p:nvSpPr>
          <p:spPr>
            <a:xfrm>
              <a:off x="8574580" y="2704279"/>
              <a:ext cx="1473994" cy="22450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it-IT" sz="1600" b="0" i="0" u="none" strike="noStrike" cap="none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Logica di business con interfacce e implementazioni</a:t>
              </a:r>
              <a:endParaRPr lang="it-IT" sz="1600" b="0" i="0" u="none" strike="noStrike" cap="none"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E840ECA9-3AC3-4363-1324-6E01E2284D04}"/>
              </a:ext>
            </a:extLst>
          </p:cNvPr>
          <p:cNvGrpSpPr/>
          <p:nvPr/>
        </p:nvGrpSpPr>
        <p:grpSpPr>
          <a:xfrm>
            <a:off x="10230436" y="1703319"/>
            <a:ext cx="1777030" cy="1527260"/>
            <a:chOff x="5436570" y="4683968"/>
            <a:chExt cx="1777030" cy="1527260"/>
          </a:xfrm>
        </p:grpSpPr>
        <p:sp>
          <p:nvSpPr>
            <p:cNvPr id="12" name="Google Shape;89;p15">
              <a:extLst>
                <a:ext uri="{FF2B5EF4-FFF2-40B4-BE49-F238E27FC236}">
                  <a16:creationId xmlns:a16="http://schemas.microsoft.com/office/drawing/2014/main" id="{2D87240D-855E-2AF9-FFB8-A6BA64030EDB}"/>
                </a:ext>
              </a:extLst>
            </p:cNvPr>
            <p:cNvSpPr/>
            <p:nvPr/>
          </p:nvSpPr>
          <p:spPr>
            <a:xfrm>
              <a:off x="5436570" y="4683968"/>
              <a:ext cx="1473994" cy="539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3C4E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>
                  <a:solidFill>
                    <a:srgbClr val="2E3C4E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Model layer</a:t>
              </a:r>
              <a:endParaRPr sz="2200" b="0" i="0" u="none" strike="noStrike" cap="none">
                <a:latin typeface="+mj-lt"/>
              </a:endParaRPr>
            </a:p>
          </p:txBody>
        </p:sp>
        <p:sp>
          <p:nvSpPr>
            <p:cNvPr id="13" name="Google Shape;90;p15">
              <a:extLst>
                <a:ext uri="{FF2B5EF4-FFF2-40B4-BE49-F238E27FC236}">
                  <a16:creationId xmlns:a16="http://schemas.microsoft.com/office/drawing/2014/main" id="{202745B9-60AA-1E39-E684-2D401B84E962}"/>
                </a:ext>
              </a:extLst>
            </p:cNvPr>
            <p:cNvSpPr/>
            <p:nvPr/>
          </p:nvSpPr>
          <p:spPr>
            <a:xfrm>
              <a:off x="5436570" y="5176574"/>
              <a:ext cx="1777030" cy="1034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it-IT" sz="160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Entità dominio: User, Trip, …</a:t>
              </a:r>
              <a:endParaRPr lang="it-IT" sz="1600" b="0" i="0" u="none" strike="noStrike" cap="none"/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4D43F853-1B73-EA61-BFE8-D8C521B8BF6D}"/>
              </a:ext>
            </a:extLst>
          </p:cNvPr>
          <p:cNvGrpSpPr/>
          <p:nvPr/>
        </p:nvGrpSpPr>
        <p:grpSpPr>
          <a:xfrm>
            <a:off x="5684720" y="1703319"/>
            <a:ext cx="1473994" cy="2688349"/>
            <a:chOff x="10538896" y="1703319"/>
            <a:chExt cx="1473994" cy="2688349"/>
          </a:xfrm>
        </p:grpSpPr>
        <p:sp>
          <p:nvSpPr>
            <p:cNvPr id="14" name="Google Shape;91;p15">
              <a:extLst>
                <a:ext uri="{FF2B5EF4-FFF2-40B4-BE49-F238E27FC236}">
                  <a16:creationId xmlns:a16="http://schemas.microsoft.com/office/drawing/2014/main" id="{96AF431F-D599-0C7C-8AD1-EDC91D805BD5}"/>
                </a:ext>
              </a:extLst>
            </p:cNvPr>
            <p:cNvSpPr/>
            <p:nvPr/>
          </p:nvSpPr>
          <p:spPr>
            <a:xfrm>
              <a:off x="10538897" y="1703319"/>
              <a:ext cx="1473993" cy="1034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3C4E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>
                  <a:solidFill>
                    <a:srgbClr val="2E3C4E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Repository</a:t>
              </a:r>
              <a:br>
                <a:rPr lang="en-US" sz="2200">
                  <a:solidFill>
                    <a:srgbClr val="2E3C4E"/>
                  </a:solidFill>
                  <a:latin typeface="+mj-lt"/>
                  <a:ea typeface="Host Grotesk"/>
                  <a:cs typeface="Host Grotesk"/>
                  <a:sym typeface="Host Grotesk"/>
                </a:rPr>
              </a:br>
              <a:r>
                <a:rPr lang="en-US" sz="2200" b="0" i="0" u="none" strike="noStrike" cap="none">
                  <a:solidFill>
                    <a:srgbClr val="2E3C4E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Layer</a:t>
              </a:r>
              <a:endParaRPr sz="2200" b="0" i="0" u="none" strike="noStrike" cap="none">
                <a:latin typeface="+mj-lt"/>
              </a:endParaRPr>
            </a:p>
          </p:txBody>
        </p:sp>
        <p:sp>
          <p:nvSpPr>
            <p:cNvPr id="15" name="Google Shape;92;p15">
              <a:extLst>
                <a:ext uri="{FF2B5EF4-FFF2-40B4-BE49-F238E27FC236}">
                  <a16:creationId xmlns:a16="http://schemas.microsoft.com/office/drawing/2014/main" id="{0DF081D4-79FE-7FB0-0676-F0540C520403}"/>
                </a:ext>
              </a:extLst>
            </p:cNvPr>
            <p:cNvSpPr/>
            <p:nvPr/>
          </p:nvSpPr>
          <p:spPr>
            <a:xfrm>
              <a:off x="10538896" y="2690860"/>
              <a:ext cx="1473994" cy="1700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it-IT" sz="160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Repository </a:t>
              </a:r>
              <a:r>
                <a:rPr lang="it-IT" sz="160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MongoDB</a:t>
              </a:r>
              <a:br>
                <a:rPr lang="it-IT" sz="1600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</a:br>
              <a:r>
                <a:rPr lang="it-IT" sz="160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per persistenza dati</a:t>
              </a:r>
              <a:endParaRPr lang="it-IT" sz="1600" b="0" i="0" u="none" strike="noStrike" cap="none"/>
            </a:p>
          </p:txBody>
        </p:sp>
      </p:grpSp>
      <p:pic>
        <p:nvPicPr>
          <p:cNvPr id="16" name="Immagine 15">
            <a:extLst>
              <a:ext uri="{FF2B5EF4-FFF2-40B4-BE49-F238E27FC236}">
                <a16:creationId xmlns:a16="http://schemas.microsoft.com/office/drawing/2014/main" id="{52C99032-47B8-E895-A7EC-9573A84C1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13400" y="3974799"/>
            <a:ext cx="6557734" cy="2853708"/>
          </a:xfrm>
          <a:prstGeom prst="rect">
            <a:avLst/>
          </a:prstGeom>
        </p:spPr>
      </p:pic>
      <p:grpSp>
        <p:nvGrpSpPr>
          <p:cNvPr id="29" name="Gruppo 28">
            <a:extLst>
              <a:ext uri="{FF2B5EF4-FFF2-40B4-BE49-F238E27FC236}">
                <a16:creationId xmlns:a16="http://schemas.microsoft.com/office/drawing/2014/main" id="{7C5520C2-2195-4C1B-29F7-C0C617314504}"/>
              </a:ext>
            </a:extLst>
          </p:cNvPr>
          <p:cNvGrpSpPr/>
          <p:nvPr/>
        </p:nvGrpSpPr>
        <p:grpSpPr>
          <a:xfrm>
            <a:off x="7465089" y="1703319"/>
            <a:ext cx="2458970" cy="1813985"/>
            <a:chOff x="2026582" y="4683968"/>
            <a:chExt cx="2458970" cy="1813985"/>
          </a:xfrm>
        </p:grpSpPr>
        <p:sp>
          <p:nvSpPr>
            <p:cNvPr id="25" name="Google Shape;89;p15">
              <a:extLst>
                <a:ext uri="{FF2B5EF4-FFF2-40B4-BE49-F238E27FC236}">
                  <a16:creationId xmlns:a16="http://schemas.microsoft.com/office/drawing/2014/main" id="{1E2B1512-91CC-50A1-456F-A09A9582F958}"/>
                </a:ext>
              </a:extLst>
            </p:cNvPr>
            <p:cNvSpPr/>
            <p:nvPr/>
          </p:nvSpPr>
          <p:spPr>
            <a:xfrm>
              <a:off x="2026582" y="4683968"/>
              <a:ext cx="1473994" cy="492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3C4E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>
                  <a:solidFill>
                    <a:srgbClr val="2E3C4E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DTO</a:t>
              </a:r>
              <a:endParaRPr sz="2200" b="0" i="0" u="none" strike="noStrike" cap="none">
                <a:latin typeface="+mj-lt"/>
              </a:endParaRPr>
            </a:p>
          </p:txBody>
        </p:sp>
        <p:sp>
          <p:nvSpPr>
            <p:cNvPr id="26" name="Google Shape;90;p15">
              <a:extLst>
                <a:ext uri="{FF2B5EF4-FFF2-40B4-BE49-F238E27FC236}">
                  <a16:creationId xmlns:a16="http://schemas.microsoft.com/office/drawing/2014/main" id="{C022761B-0E9D-CD55-188F-3B0020560568}"/>
                </a:ext>
              </a:extLst>
            </p:cNvPr>
            <p:cNvSpPr/>
            <p:nvPr/>
          </p:nvSpPr>
          <p:spPr>
            <a:xfrm>
              <a:off x="2026582" y="5176574"/>
              <a:ext cx="2458970" cy="13213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it-IT" sz="160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Oggetto contenitore per trasportare i dati tra: Client, Controller e Service </a:t>
              </a:r>
              <a:r>
                <a:rPr lang="it-IT" sz="160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layer</a:t>
              </a:r>
              <a:endParaRPr lang="it-IT" sz="1600" b="0" i="0" u="none" strike="noStrike" cap="none"/>
            </a:p>
          </p:txBody>
        </p:sp>
      </p:grpSp>
    </p:spTree>
    <p:extLst>
      <p:ext uri="{BB962C8B-B14F-4D97-AF65-F5344CB8AC3E}">
        <p14:creationId xmlns:p14="http://schemas.microsoft.com/office/powerpoint/2010/main" val="3837348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8DA3E-BAFC-63FE-FD80-5BB90DA3A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7EC81A7-6644-DFEB-83BD-AB4C0EDA7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D83667-3946-2C22-5733-973AAD846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6BC11A-104E-3D51-35F2-5B953013B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9E5062-BCD0-E44B-48D8-701814101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69D8099-6064-6FC9-FDB9-D48B2FC5B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48865"/>
            <a:ext cx="6282270" cy="877729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Deployment </a:t>
            </a:r>
            <a:r>
              <a:rPr lang="it-IT" sz="4000" err="1">
                <a:solidFill>
                  <a:srgbClr val="FFFFFF"/>
                </a:solidFill>
              </a:rPr>
              <a:t>diagram</a:t>
            </a:r>
            <a:endParaRPr lang="it-IT" sz="4000">
              <a:solidFill>
                <a:srgbClr val="FFFFFF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27755C7-7C26-0A0C-A418-6E14F975EE19}"/>
              </a:ext>
            </a:extLst>
          </p:cNvPr>
          <p:cNvSpPr txBox="1">
            <a:spLocks/>
          </p:cNvSpPr>
          <p:nvPr/>
        </p:nvSpPr>
        <p:spPr>
          <a:xfrm>
            <a:off x="76200" y="2331361"/>
            <a:ext cx="5689600" cy="3688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57150" lvl="0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it-IT" sz="1600" b="1" err="1"/>
              <a:t>Livello</a:t>
            </a:r>
            <a:r>
              <a:rPr lang="en-US" altLang="it-IT" sz="1600" b="1"/>
              <a:t> Client (Web UI):</a:t>
            </a:r>
            <a:r>
              <a:rPr lang="en-US" altLang="it-IT" sz="1600"/>
              <a:t> Accesso </a:t>
            </a:r>
            <a:r>
              <a:rPr lang="en-US" altLang="it-IT" sz="1600" err="1"/>
              <a:t>tramite</a:t>
            </a:r>
            <a:r>
              <a:rPr lang="en-US" altLang="it-IT" sz="1600"/>
              <a:t> browser.</a:t>
            </a:r>
            <a:br>
              <a:rPr lang="en-US" altLang="it-IT" sz="1600"/>
            </a:br>
            <a:r>
              <a:rPr lang="en-US" altLang="it-IT" sz="1600" err="1"/>
              <a:t>Gestisce</a:t>
            </a:r>
            <a:r>
              <a:rPr lang="en-US" altLang="it-IT" sz="1600"/>
              <a:t> </a:t>
            </a:r>
            <a:r>
              <a:rPr lang="en-US" altLang="it-IT" sz="1600" err="1"/>
              <a:t>esclusivamente</a:t>
            </a:r>
            <a:r>
              <a:rPr lang="en-US" altLang="it-IT" sz="1600"/>
              <a:t> </a:t>
            </a:r>
            <a:r>
              <a:rPr lang="en-US" altLang="it-IT" sz="1600" err="1"/>
              <a:t>l'interfaccia</a:t>
            </a:r>
            <a:r>
              <a:rPr lang="en-US" altLang="it-IT" sz="1600"/>
              <a:t> </a:t>
            </a:r>
            <a:r>
              <a:rPr lang="en-US" altLang="it-IT" sz="1600" err="1"/>
              <a:t>utente</a:t>
            </a:r>
            <a:r>
              <a:rPr lang="en-US" altLang="it-IT" sz="1600"/>
              <a:t> e </a:t>
            </a:r>
            <a:r>
              <a:rPr lang="en-US" altLang="it-IT" sz="1600" err="1"/>
              <a:t>comunica</a:t>
            </a:r>
            <a:r>
              <a:rPr lang="en-US" altLang="it-IT" sz="1600"/>
              <a:t> con il server </a:t>
            </a:r>
            <a:r>
              <a:rPr lang="en-US" altLang="it-IT" sz="1600" err="1"/>
              <a:t>tramite</a:t>
            </a:r>
            <a:r>
              <a:rPr lang="en-US" altLang="it-IT" sz="1600"/>
              <a:t> HTTPS.</a:t>
            </a:r>
          </a:p>
          <a:p>
            <a:pPr marL="57150" lvl="0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it-IT" sz="1600" b="1"/>
              <a:t>Application Server : </a:t>
            </a:r>
            <a:r>
              <a:rPr lang="en-US" altLang="it-IT" sz="1600" err="1"/>
              <a:t>Orchestrato</a:t>
            </a:r>
            <a:r>
              <a:rPr lang="en-US" altLang="it-IT" sz="1600"/>
              <a:t> </a:t>
            </a:r>
            <a:r>
              <a:rPr lang="en-US" altLang="it-IT" sz="1600" err="1"/>
              <a:t>dall</a:t>
            </a:r>
            <a:r>
              <a:rPr lang="en-US" altLang="it-IT" sz="1600"/>
              <a:t>' </a:t>
            </a:r>
            <a:r>
              <a:rPr lang="en-US" altLang="it-IT" sz="1600" i="1"/>
              <a:t>Application API</a:t>
            </a:r>
            <a:r>
              <a:rPr lang="en-US" altLang="it-IT" sz="1600"/>
              <a:t>, </a:t>
            </a:r>
            <a:r>
              <a:rPr lang="en-US" altLang="it-IT" sz="1600" err="1"/>
              <a:t>gestisce</a:t>
            </a:r>
            <a:r>
              <a:rPr lang="en-US" altLang="it-IT" sz="1600"/>
              <a:t> la </a:t>
            </a:r>
            <a:r>
              <a:rPr lang="en-US" altLang="it-IT" sz="1600" err="1"/>
              <a:t>logica</a:t>
            </a:r>
            <a:r>
              <a:rPr lang="en-US" altLang="it-IT" sz="1600"/>
              <a:t> di business </a:t>
            </a:r>
            <a:r>
              <a:rPr lang="en-US" altLang="it-IT" sz="1600" err="1"/>
              <a:t>tramite</a:t>
            </a:r>
            <a:r>
              <a:rPr lang="en-US" altLang="it-IT" sz="1600"/>
              <a:t> </a:t>
            </a:r>
            <a:r>
              <a:rPr lang="en-US" altLang="it-IT" sz="1600" err="1"/>
              <a:t>servizi</a:t>
            </a:r>
            <a:r>
              <a:rPr lang="en-US" altLang="it-IT" sz="1600"/>
              <a:t> </a:t>
            </a:r>
            <a:r>
              <a:rPr lang="en-US" altLang="it-IT" sz="1600" err="1"/>
              <a:t>dedicati</a:t>
            </a:r>
            <a:r>
              <a:rPr lang="en-US" altLang="it-IT" sz="1600"/>
              <a:t>:</a:t>
            </a:r>
          </a:p>
          <a:p>
            <a:pPr marL="742950" lvl="1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it-IT" sz="1600" err="1"/>
              <a:t>Autenticazione</a:t>
            </a:r>
            <a:r>
              <a:rPr lang="en-US" altLang="it-IT" sz="1600"/>
              <a:t> e </a:t>
            </a:r>
            <a:r>
              <a:rPr lang="en-US" altLang="it-IT" sz="1600" err="1"/>
              <a:t>gestione</a:t>
            </a:r>
            <a:r>
              <a:rPr lang="en-US" altLang="it-IT" sz="1600"/>
              <a:t> </a:t>
            </a:r>
            <a:r>
              <a:rPr lang="en-US" altLang="it-IT" sz="1600" err="1"/>
              <a:t>utenti</a:t>
            </a:r>
            <a:r>
              <a:rPr lang="en-US" altLang="it-IT" sz="1600"/>
              <a:t>.</a:t>
            </a:r>
          </a:p>
          <a:p>
            <a:pPr marL="742950" lvl="1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it-IT" sz="1600" err="1"/>
              <a:t>Creazione</a:t>
            </a:r>
            <a:r>
              <a:rPr lang="en-US" altLang="it-IT" sz="1600"/>
              <a:t> </a:t>
            </a:r>
            <a:r>
              <a:rPr lang="en-US" altLang="it-IT" sz="1600" err="1"/>
              <a:t>itinerari</a:t>
            </a:r>
            <a:r>
              <a:rPr lang="en-US" altLang="it-IT" sz="1600"/>
              <a:t> e </a:t>
            </a:r>
            <a:r>
              <a:rPr lang="en-US" altLang="it-IT" sz="1600" err="1"/>
              <a:t>Catalogo</a:t>
            </a:r>
            <a:r>
              <a:rPr lang="en-US" altLang="it-IT" sz="1600"/>
              <a:t> </a:t>
            </a:r>
            <a:r>
              <a:rPr lang="en-US" altLang="it-IT" sz="1600" err="1"/>
              <a:t>monumenti</a:t>
            </a:r>
            <a:r>
              <a:rPr lang="en-US" altLang="it-IT" sz="1600"/>
              <a:t>.</a:t>
            </a:r>
          </a:p>
          <a:p>
            <a:pPr marL="742950" lvl="1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it-IT" sz="1600" err="1"/>
              <a:t>Motore</a:t>
            </a:r>
            <a:r>
              <a:rPr lang="en-US" altLang="it-IT" sz="1600"/>
              <a:t> di </a:t>
            </a:r>
            <a:r>
              <a:rPr lang="en-US" altLang="it-IT" sz="1600" err="1"/>
              <a:t>ottimizzazione</a:t>
            </a:r>
            <a:r>
              <a:rPr lang="en-US" altLang="it-IT" sz="1600"/>
              <a:t> </a:t>
            </a:r>
            <a:r>
              <a:rPr lang="en-US" altLang="it-IT" sz="1600" err="1"/>
              <a:t>percorsi</a:t>
            </a:r>
            <a:r>
              <a:rPr lang="en-US" altLang="it-IT" sz="1600"/>
              <a:t>.</a:t>
            </a:r>
          </a:p>
          <a:p>
            <a:pPr marL="57150" lvl="0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it-IT" sz="1600" b="1"/>
              <a:t>Database Server:</a:t>
            </a:r>
            <a:r>
              <a:rPr lang="en-US" altLang="it-IT" sz="1600"/>
              <a:t> </a:t>
            </a:r>
            <a:r>
              <a:rPr lang="en-US" altLang="it-IT" sz="1600" err="1"/>
              <a:t>Gestisce</a:t>
            </a:r>
            <a:r>
              <a:rPr lang="en-US" altLang="it-IT" sz="1600"/>
              <a:t> la </a:t>
            </a:r>
            <a:r>
              <a:rPr lang="en-US" altLang="it-IT" sz="1600" err="1"/>
              <a:t>persistenza</a:t>
            </a:r>
            <a:r>
              <a:rPr lang="en-US" altLang="it-IT" sz="1600"/>
              <a:t> </a:t>
            </a:r>
            <a:r>
              <a:rPr lang="en-US" altLang="it-IT" sz="1600" err="1"/>
              <a:t>dei</a:t>
            </a:r>
            <a:r>
              <a:rPr lang="en-US" altLang="it-IT" sz="1600"/>
              <a:t> </a:t>
            </a:r>
            <a:r>
              <a:rPr lang="en-US" altLang="it-IT" sz="1600" err="1"/>
              <a:t>dati</a:t>
            </a:r>
            <a:r>
              <a:rPr lang="en-US" altLang="it-IT" sz="1600"/>
              <a:t> di </a:t>
            </a:r>
            <a:r>
              <a:rPr lang="en-US" altLang="it-IT" sz="1600" err="1"/>
              <a:t>sistema</a:t>
            </a:r>
            <a:r>
              <a:rPr lang="en-US" altLang="it-IT" sz="1600"/>
              <a:t>.</a:t>
            </a:r>
          </a:p>
          <a:p>
            <a:pPr marL="57150" lvl="0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it-IT" sz="1600" b="1"/>
              <a:t>Provider </a:t>
            </a:r>
            <a:r>
              <a:rPr lang="en-US" altLang="it-IT" sz="1600" b="1" err="1"/>
              <a:t>Esterni</a:t>
            </a:r>
            <a:r>
              <a:rPr lang="en-US" altLang="it-IT" sz="1600" b="1"/>
              <a:t>:</a:t>
            </a:r>
            <a:r>
              <a:rPr lang="en-US" altLang="it-IT" sz="1600"/>
              <a:t> </a:t>
            </a:r>
            <a:r>
              <a:rPr lang="en-US" altLang="it-IT" sz="1600" err="1"/>
              <a:t>Integrazioni</a:t>
            </a:r>
            <a:r>
              <a:rPr lang="en-US" altLang="it-IT" sz="1600"/>
              <a:t> per </a:t>
            </a:r>
            <a:r>
              <a:rPr lang="en-US" altLang="it-IT" sz="1600" err="1"/>
              <a:t>servizi</a:t>
            </a:r>
            <a:r>
              <a:rPr lang="en-US" altLang="it-IT" sz="1600"/>
              <a:t> </a:t>
            </a:r>
            <a:r>
              <a:rPr lang="en-US" altLang="it-IT" sz="1600" err="1"/>
              <a:t>geografici</a:t>
            </a:r>
            <a:r>
              <a:rPr lang="en-US" altLang="it-IT" sz="1600"/>
              <a:t>:</a:t>
            </a:r>
          </a:p>
          <a:p>
            <a:pPr marL="742950" lvl="1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it-IT" sz="1600" i="1"/>
              <a:t>Map API:</a:t>
            </a:r>
            <a:r>
              <a:rPr lang="en-US" altLang="it-IT" sz="1600"/>
              <a:t> </a:t>
            </a:r>
            <a:r>
              <a:rPr lang="en-US" altLang="it-IT" sz="1600" err="1"/>
              <a:t>mappe</a:t>
            </a:r>
            <a:r>
              <a:rPr lang="en-US" altLang="it-IT" sz="1600"/>
              <a:t> e </a:t>
            </a:r>
            <a:r>
              <a:rPr lang="en-US" altLang="it-IT" sz="1600" err="1"/>
              <a:t>dati</a:t>
            </a:r>
            <a:r>
              <a:rPr lang="en-US" altLang="it-IT" sz="1600"/>
              <a:t> </a:t>
            </a:r>
            <a:r>
              <a:rPr lang="en-US" altLang="it-IT" sz="1600" err="1"/>
              <a:t>geografici</a:t>
            </a:r>
            <a:r>
              <a:rPr lang="en-US" altLang="it-IT" sz="1600"/>
              <a:t>.</a:t>
            </a:r>
          </a:p>
          <a:p>
            <a:pPr marL="742950" lvl="1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it-IT" sz="1600" i="1"/>
              <a:t>Routing API:</a:t>
            </a:r>
            <a:r>
              <a:rPr lang="en-US" altLang="it-IT" sz="1600"/>
              <a:t> </a:t>
            </a:r>
            <a:r>
              <a:rPr lang="en-US" altLang="it-IT" sz="1600" err="1"/>
              <a:t>calcolo</a:t>
            </a:r>
            <a:r>
              <a:rPr lang="en-US" altLang="it-IT" sz="1600"/>
              <a:t> </a:t>
            </a:r>
            <a:r>
              <a:rPr lang="en-US" altLang="it-IT" sz="1600" err="1"/>
              <a:t>distanze</a:t>
            </a:r>
            <a:r>
              <a:rPr lang="en-US" altLang="it-IT" sz="1600"/>
              <a:t> e tempi di </a:t>
            </a:r>
            <a:r>
              <a:rPr lang="en-US" altLang="it-IT" sz="1600" err="1"/>
              <a:t>percorrenza</a:t>
            </a:r>
            <a:r>
              <a:rPr lang="en-US" altLang="it-IT" sz="160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</p:txBody>
      </p:sp>
      <p:pic>
        <p:nvPicPr>
          <p:cNvPr id="4" name="Segnaposto contenuto 4">
            <a:extLst>
              <a:ext uri="{FF2B5EF4-FFF2-40B4-BE49-F238E27FC236}">
                <a16:creationId xmlns:a16="http://schemas.microsoft.com/office/drawing/2014/main" id="{9425C4D9-37E4-B4D4-225B-E7CD03A22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0833" y="2861819"/>
            <a:ext cx="5901519" cy="256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8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DBF17D1-1FA7-7024-3D36-B5572B40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Iterazione</a:t>
            </a:r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#1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5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E4D593B-AF4F-AB06-2593-EDA45C62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Casi d’uso implementati</a:t>
            </a:r>
          </a:p>
        </p:txBody>
      </p: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4E162372-C9F0-053A-812D-1EC65CA3FD9B}"/>
              </a:ext>
            </a:extLst>
          </p:cNvPr>
          <p:cNvGrpSpPr/>
          <p:nvPr/>
        </p:nvGrpSpPr>
        <p:grpSpPr>
          <a:xfrm>
            <a:off x="4441229" y="462985"/>
            <a:ext cx="7556480" cy="5932030"/>
            <a:chOff x="4441229" y="679402"/>
            <a:chExt cx="7556480" cy="5932030"/>
          </a:xfrm>
        </p:grpSpPr>
        <p:sp>
          <p:nvSpPr>
            <p:cNvPr id="4" name="Google Shape;67;p14">
              <a:extLst>
                <a:ext uri="{FF2B5EF4-FFF2-40B4-BE49-F238E27FC236}">
                  <a16:creationId xmlns:a16="http://schemas.microsoft.com/office/drawing/2014/main" id="{93F977B5-0421-10DC-2A39-732C608B7029}"/>
                </a:ext>
              </a:extLst>
            </p:cNvPr>
            <p:cNvSpPr/>
            <p:nvPr/>
          </p:nvSpPr>
          <p:spPr>
            <a:xfrm>
              <a:off x="4441288" y="679404"/>
              <a:ext cx="3664744" cy="2343728"/>
            </a:xfrm>
            <a:prstGeom prst="roundRect">
              <a:avLst>
                <a:gd name="adj" fmla="val 4812"/>
              </a:avLst>
            </a:prstGeom>
            <a:solidFill>
              <a:srgbClr val="D9EDF2"/>
            </a:solidFill>
            <a:ln w="9525" cap="flat" cmpd="sng">
              <a:solidFill>
                <a:srgbClr val="BFD3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8;p14">
              <a:extLst>
                <a:ext uri="{FF2B5EF4-FFF2-40B4-BE49-F238E27FC236}">
                  <a16:creationId xmlns:a16="http://schemas.microsoft.com/office/drawing/2014/main" id="{43A47E46-BF72-CF1E-E4E3-CC12E117528F}"/>
                </a:ext>
              </a:extLst>
            </p:cNvPr>
            <p:cNvSpPr/>
            <p:nvPr/>
          </p:nvSpPr>
          <p:spPr>
            <a:xfrm>
              <a:off x="4583669" y="913837"/>
              <a:ext cx="3388418" cy="977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>
                <a:lnSpc>
                  <a:spcPct val="125000"/>
                </a:lnSpc>
                <a:buClr>
                  <a:srgbClr val="384653"/>
                </a:buClr>
                <a:buSzPts val="2200"/>
              </a:pPr>
              <a:r>
                <a:rPr lang="en-US" sz="2200" b="0" i="0" u="none" strike="noStrike" cap="none" err="1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Registrazione</a:t>
              </a:r>
              <a:r>
                <a:rPr lang="en-US" sz="2200" b="0" i="0" u="none" strike="noStrike" cap="none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 </a:t>
              </a:r>
              <a:r>
                <a:rPr lang="en-US" sz="1600" b="0" i="0" u="none" strike="noStrike" cap="none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(</a:t>
              </a:r>
              <a:r>
                <a:rPr lang="en-US" sz="1600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UC1.1), </a:t>
              </a:r>
              <a:r>
                <a:rPr lang="en-US" sz="2200" b="0" i="0" u="none" strike="noStrike" cap="none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Login </a:t>
              </a:r>
              <a:r>
                <a:rPr lang="en-US" sz="1600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(</a:t>
              </a:r>
              <a:r>
                <a:rPr lang="en-US" sz="1600" b="0" i="0" u="none" strike="noStrike" cap="none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UC1.2</a:t>
              </a:r>
              <a:r>
                <a:rPr lang="en-US" sz="1600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) </a:t>
              </a:r>
              <a:r>
                <a:rPr lang="en-US" sz="2200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&amp;</a:t>
              </a:r>
              <a:r>
                <a:rPr lang="en-US" sz="2200">
                  <a:solidFill>
                    <a:srgbClr val="384653"/>
                  </a:solidFill>
                  <a:latin typeface="+mj-lt"/>
                  <a:sym typeface="Host Grotesk"/>
                </a:rPr>
                <a:t> Logout </a:t>
              </a:r>
              <a:r>
                <a:rPr lang="en-US" sz="1600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(UC1.3)</a:t>
              </a:r>
              <a:endParaRPr sz="1600">
                <a:solidFill>
                  <a:srgbClr val="384653"/>
                </a:solidFill>
                <a:latin typeface="+mj-lt"/>
              </a:endParaRPr>
            </a:p>
          </p:txBody>
        </p:sp>
        <p:sp>
          <p:nvSpPr>
            <p:cNvPr id="7" name="Google Shape;69;p14">
              <a:extLst>
                <a:ext uri="{FF2B5EF4-FFF2-40B4-BE49-F238E27FC236}">
                  <a16:creationId xmlns:a16="http://schemas.microsoft.com/office/drawing/2014/main" id="{95BD49E8-9845-9C9D-555A-15306F61F8A1}"/>
                </a:ext>
              </a:extLst>
            </p:cNvPr>
            <p:cNvSpPr/>
            <p:nvPr/>
          </p:nvSpPr>
          <p:spPr>
            <a:xfrm>
              <a:off x="4583669" y="2244381"/>
              <a:ext cx="3388418" cy="768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en-US" sz="1400" b="0" i="1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Autenticazione</a:t>
              </a:r>
              <a:r>
                <a:rPr lang="en-US" sz="1400" b="0" i="1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400" b="0" i="1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sicura</a:t>
              </a:r>
              <a:r>
                <a:rPr lang="en-US" sz="1400" b="0" i="1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con JWT token e </a:t>
              </a:r>
              <a:r>
                <a:rPr lang="en-US" sz="1400" b="0" i="1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gestione</a:t>
              </a:r>
              <a:r>
                <a:rPr lang="en-US" sz="1400" b="0" i="1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400" b="0" i="1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sessione</a:t>
              </a:r>
              <a:endParaRPr sz="1400" b="0" i="1" u="none" strike="noStrike" cap="none"/>
            </a:p>
          </p:txBody>
        </p:sp>
        <p:sp>
          <p:nvSpPr>
            <p:cNvPr id="8" name="Google Shape;70;p14">
              <a:extLst>
                <a:ext uri="{FF2B5EF4-FFF2-40B4-BE49-F238E27FC236}">
                  <a16:creationId xmlns:a16="http://schemas.microsoft.com/office/drawing/2014/main" id="{4AC3F790-9A4C-657D-F325-BFF40AB6A450}"/>
                </a:ext>
              </a:extLst>
            </p:cNvPr>
            <p:cNvSpPr/>
            <p:nvPr/>
          </p:nvSpPr>
          <p:spPr>
            <a:xfrm>
              <a:off x="8332846" y="679402"/>
              <a:ext cx="3664863" cy="4386013"/>
            </a:xfrm>
            <a:prstGeom prst="roundRect">
              <a:avLst>
                <a:gd name="adj" fmla="val 4812"/>
              </a:avLst>
            </a:prstGeom>
            <a:solidFill>
              <a:srgbClr val="D9EDF2"/>
            </a:solidFill>
            <a:ln w="9525" cap="flat" cmpd="sng">
              <a:solidFill>
                <a:srgbClr val="BFD3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1;p14">
              <a:extLst>
                <a:ext uri="{FF2B5EF4-FFF2-40B4-BE49-F238E27FC236}">
                  <a16:creationId xmlns:a16="http://schemas.microsoft.com/office/drawing/2014/main" id="{318E5AB2-62C0-44A7-BDDC-7655F9C73EBD}"/>
                </a:ext>
              </a:extLst>
            </p:cNvPr>
            <p:cNvSpPr/>
            <p:nvPr/>
          </p:nvSpPr>
          <p:spPr>
            <a:xfrm>
              <a:off x="8567280" y="913837"/>
              <a:ext cx="3195995" cy="8598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>
                <a:lnSpc>
                  <a:spcPct val="125000"/>
                </a:lnSpc>
                <a:buClr>
                  <a:srgbClr val="384653"/>
                </a:buClr>
                <a:buSzPts val="2200"/>
              </a:pPr>
              <a:r>
                <a:rPr lang="en-US" sz="2200" i="0" u="none" strike="noStrike" cap="none" err="1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Creazione</a:t>
              </a:r>
              <a:r>
                <a:rPr lang="en-US" sz="2200" i="0" u="none" strike="noStrike" cap="none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 </a:t>
              </a:r>
              <a:r>
                <a:rPr lang="en-US" sz="2200" err="1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i</a:t>
              </a:r>
              <a:r>
                <a:rPr lang="en-US" sz="2200" i="0" u="none" strike="noStrike" cap="none" err="1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tinerario</a:t>
              </a:r>
              <a:r>
                <a:rPr lang="en-US" sz="2200" i="0" u="none" strike="noStrike" cap="none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 </a:t>
              </a:r>
              <a:r>
                <a:rPr lang="en-US" sz="2200" i="0" u="none" strike="noStrike" cap="none" err="1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manuale</a:t>
              </a:r>
              <a:r>
                <a:rPr lang="en-US" i="0" u="none" strike="noStrike" cap="none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 </a:t>
              </a:r>
              <a:r>
                <a:rPr lang="en-US" sz="1600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(UC12.1)</a:t>
              </a:r>
              <a:endParaRPr sz="1600" b="0" i="0" u="none" strike="noStrike" cap="none">
                <a:latin typeface="+mj-lt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EA14BCCD-2097-447E-D940-8056E2F67084}"/>
                </a:ext>
              </a:extLst>
            </p:cNvPr>
            <p:cNvSpPr/>
            <p:nvPr/>
          </p:nvSpPr>
          <p:spPr>
            <a:xfrm>
              <a:off x="8567280" y="4220281"/>
              <a:ext cx="3195995" cy="7080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en-US" sz="1400" b="0" i="1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Selezione</a:t>
              </a:r>
              <a:r>
                <a:rPr lang="en-US" sz="1400" b="0" i="1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400" b="0" i="1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manuale</a:t>
              </a:r>
              <a:r>
                <a:rPr lang="en-US" sz="1400" b="0" i="1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400" b="0" i="1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monumenti</a:t>
              </a:r>
              <a:r>
                <a:rPr lang="en-US" sz="1400" b="0" i="1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con Overpass API e </a:t>
              </a:r>
              <a:r>
                <a:rPr lang="en-US" sz="1400" b="0" i="1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salvataggio</a:t>
              </a:r>
              <a:r>
                <a:rPr lang="en-US" sz="1400" b="0" i="1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MongoDB</a:t>
              </a:r>
              <a:endParaRPr sz="1400" b="0" i="1" u="none" strike="noStrike" cap="none"/>
            </a:p>
          </p:txBody>
        </p:sp>
        <p:sp>
          <p:nvSpPr>
            <p:cNvPr id="11" name="Google Shape;73;p14">
              <a:extLst>
                <a:ext uri="{FF2B5EF4-FFF2-40B4-BE49-F238E27FC236}">
                  <a16:creationId xmlns:a16="http://schemas.microsoft.com/office/drawing/2014/main" id="{B93C31DA-8C92-00DF-652E-A9A4EE030261}"/>
                </a:ext>
              </a:extLst>
            </p:cNvPr>
            <p:cNvSpPr/>
            <p:nvPr/>
          </p:nvSpPr>
          <p:spPr>
            <a:xfrm>
              <a:off x="4441288" y="5311984"/>
              <a:ext cx="7556421" cy="1299448"/>
            </a:xfrm>
            <a:prstGeom prst="roundRect">
              <a:avLst>
                <a:gd name="adj" fmla="val 7331"/>
              </a:avLst>
            </a:prstGeom>
            <a:solidFill>
              <a:srgbClr val="D9EDF2"/>
            </a:solidFill>
            <a:ln w="9525" cap="flat" cmpd="sng">
              <a:solidFill>
                <a:srgbClr val="BFD3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4;p14">
              <a:extLst>
                <a:ext uri="{FF2B5EF4-FFF2-40B4-BE49-F238E27FC236}">
                  <a16:creationId xmlns:a16="http://schemas.microsoft.com/office/drawing/2014/main" id="{D20B0EF9-E31C-003E-EC68-850F6D994D4D}"/>
                </a:ext>
              </a:extLst>
            </p:cNvPr>
            <p:cNvSpPr/>
            <p:nvPr/>
          </p:nvSpPr>
          <p:spPr>
            <a:xfrm>
              <a:off x="4675722" y="5544316"/>
              <a:ext cx="7177864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 err="1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Ottimizzazione</a:t>
              </a:r>
              <a:r>
                <a:rPr lang="en-US" sz="2200" b="0" i="0" u="none" strike="noStrike" cap="none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 TSP </a:t>
              </a:r>
              <a:r>
                <a:rPr lang="en-US" sz="1600" b="0" i="0" u="none" strike="noStrike" cap="none">
                  <a:solidFill>
                    <a:srgbClr val="384653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(UC14)</a:t>
              </a:r>
              <a:endParaRPr sz="1600" b="0" i="0" u="none" strike="noStrike" cap="none">
                <a:latin typeface="+mj-lt"/>
              </a:endParaRPr>
            </a:p>
          </p:txBody>
        </p:sp>
        <p:sp>
          <p:nvSpPr>
            <p:cNvPr id="13" name="Google Shape;75;p14">
              <a:extLst>
                <a:ext uri="{FF2B5EF4-FFF2-40B4-BE49-F238E27FC236}">
                  <a16:creationId xmlns:a16="http://schemas.microsoft.com/office/drawing/2014/main" id="{340F78F4-6B4F-144A-A953-28B667B62D63}"/>
                </a:ext>
              </a:extLst>
            </p:cNvPr>
            <p:cNvSpPr/>
            <p:nvPr/>
          </p:nvSpPr>
          <p:spPr>
            <a:xfrm>
              <a:off x="4675722" y="6034734"/>
              <a:ext cx="7087553" cy="34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en-US" sz="1400" b="0" i="1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Algoritmo</a:t>
              </a:r>
              <a:r>
                <a:rPr lang="en-US" sz="1400" b="0" i="1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Nearest </a:t>
              </a:r>
              <a:r>
                <a:rPr lang="en-US" sz="1400" b="0" i="1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Neighbour</a:t>
              </a:r>
              <a:r>
                <a:rPr lang="en-US" sz="1400" b="0" i="1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+ 2-opt per </a:t>
              </a:r>
              <a:r>
                <a:rPr lang="en-US" sz="1400" b="0" i="1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percorso</a:t>
              </a:r>
              <a:r>
                <a:rPr lang="en-US" sz="1400" b="0" i="1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400" b="0" i="1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ottimale</a:t>
              </a:r>
              <a:endParaRPr sz="1400" b="0" i="1" u="none" strike="noStrike" cap="none"/>
            </a:p>
          </p:txBody>
        </p:sp>
        <p:sp>
          <p:nvSpPr>
            <p:cNvPr id="14" name="Google Shape;72;p14">
              <a:extLst>
                <a:ext uri="{FF2B5EF4-FFF2-40B4-BE49-F238E27FC236}">
                  <a16:creationId xmlns:a16="http://schemas.microsoft.com/office/drawing/2014/main" id="{2D4B0BBB-0B53-9159-75AF-E8F322B34A36}"/>
                </a:ext>
              </a:extLst>
            </p:cNvPr>
            <p:cNvSpPr/>
            <p:nvPr/>
          </p:nvSpPr>
          <p:spPr>
            <a:xfrm>
              <a:off x="8657591" y="2123649"/>
              <a:ext cx="3195995" cy="12042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85750" marR="0" lvl="0" indent="-28575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r>
                <a:rPr lang="en-US" sz="160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Imposta</a:t>
              </a:r>
              <a:r>
                <a:rPr lang="en-US" sz="160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punto </a:t>
              </a:r>
              <a:r>
                <a:rPr lang="en-US" sz="160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partenza</a:t>
              </a:r>
              <a:r>
                <a:rPr lang="en-US" sz="160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(UC11)</a:t>
              </a:r>
              <a:endParaRPr lang="en-US" sz="1600">
                <a:solidFill>
                  <a:srgbClr val="384653"/>
                </a:solidFill>
                <a:ea typeface="Roboto"/>
                <a:cs typeface="Roboto"/>
                <a:sym typeface="Roboto"/>
              </a:endParaRPr>
            </a:p>
            <a:p>
              <a:pPr marL="285750" marR="0" lvl="0" indent="-28575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r>
                <a:rPr lang="en-US" sz="160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Scelta</a:t>
              </a:r>
              <a:r>
                <a:rPr lang="en-US" sz="160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60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tempistiche</a:t>
              </a:r>
              <a:r>
                <a:rPr lang="en-US" sz="160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(UC13)</a:t>
              </a:r>
            </a:p>
            <a:p>
              <a:pPr marL="285750" marR="0" lvl="0" indent="-28575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r>
                <a:rPr lang="en-US" sz="1600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Visualizza</a:t>
              </a:r>
              <a:r>
                <a:rPr lang="en-US" sz="1600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POI (UC3)</a:t>
              </a:r>
              <a:endParaRPr lang="en-US" sz="1600" b="0" i="0" u="none" strike="noStrike" cap="none">
                <a:solidFill>
                  <a:srgbClr val="384653"/>
                </a:solidFill>
                <a:ea typeface="Roboto"/>
                <a:cs typeface="Roboto"/>
                <a:sym typeface="Roboto"/>
              </a:endParaRPr>
            </a:p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endParaRPr sz="1600" b="0" i="0" u="none" strike="noStrike" cap="none"/>
            </a:p>
          </p:txBody>
        </p:sp>
        <p:sp>
          <p:nvSpPr>
            <p:cNvPr id="15" name="Google Shape;73;p14">
              <a:extLst>
                <a:ext uri="{FF2B5EF4-FFF2-40B4-BE49-F238E27FC236}">
                  <a16:creationId xmlns:a16="http://schemas.microsoft.com/office/drawing/2014/main" id="{48B2EB06-AC97-4EC6-1AFF-6E2AC19C857C}"/>
                </a:ext>
              </a:extLst>
            </p:cNvPr>
            <p:cNvSpPr/>
            <p:nvPr/>
          </p:nvSpPr>
          <p:spPr>
            <a:xfrm>
              <a:off x="4441229" y="3207650"/>
              <a:ext cx="3664745" cy="1857765"/>
            </a:xfrm>
            <a:prstGeom prst="roundRect">
              <a:avLst>
                <a:gd name="adj" fmla="val 7331"/>
              </a:avLst>
            </a:prstGeom>
            <a:solidFill>
              <a:srgbClr val="D9EDF2"/>
            </a:solidFill>
            <a:ln w="9525" cap="flat" cmpd="sng">
              <a:solidFill>
                <a:srgbClr val="BFD3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8;p14">
              <a:extLst>
                <a:ext uri="{FF2B5EF4-FFF2-40B4-BE49-F238E27FC236}">
                  <a16:creationId xmlns:a16="http://schemas.microsoft.com/office/drawing/2014/main" id="{DD7DEF55-774C-CAB9-B94C-0C4A9178C208}"/>
                </a:ext>
              </a:extLst>
            </p:cNvPr>
            <p:cNvSpPr/>
            <p:nvPr/>
          </p:nvSpPr>
          <p:spPr>
            <a:xfrm>
              <a:off x="4554635" y="3207651"/>
              <a:ext cx="3388418" cy="5046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>
                <a:lnSpc>
                  <a:spcPct val="125000"/>
                </a:lnSpc>
                <a:buClr>
                  <a:srgbClr val="384653"/>
                </a:buClr>
                <a:buSzPts val="2200"/>
              </a:pPr>
              <a:r>
                <a:rPr lang="en-US" sz="2200" b="0" i="0" u="none" strike="noStrike" cap="none" err="1">
                  <a:solidFill>
                    <a:srgbClr val="384653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Elimina</a:t>
              </a:r>
              <a:r>
                <a:rPr lang="en-US" sz="2200" b="0" i="0" u="none" strike="noStrike" cap="none">
                  <a:solidFill>
                    <a:srgbClr val="384653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 </a:t>
              </a:r>
              <a:r>
                <a:rPr lang="en-US" sz="2200" b="0" i="0" u="none" strike="noStrike" cap="none" err="1">
                  <a:solidFill>
                    <a:srgbClr val="384653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viaggio</a:t>
              </a:r>
              <a:r>
                <a:rPr lang="en-US" sz="2200" b="0" i="0" u="none" strike="noStrike" cap="none">
                  <a:solidFill>
                    <a:srgbClr val="384653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 </a:t>
              </a:r>
              <a:r>
                <a:rPr lang="en-US" sz="1600" b="0" i="0" u="none" strike="noStrike" cap="none">
                  <a:solidFill>
                    <a:srgbClr val="384653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(</a:t>
              </a:r>
              <a:r>
                <a:rPr lang="en-US" sz="1600">
                  <a:solidFill>
                    <a:srgbClr val="384653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UC16)</a:t>
              </a:r>
              <a:endParaRPr sz="1600">
                <a:solidFill>
                  <a:srgbClr val="384653"/>
                </a:solidFill>
                <a:latin typeface="Host Grotesk"/>
              </a:endParaRPr>
            </a:p>
          </p:txBody>
        </p:sp>
        <p:sp>
          <p:nvSpPr>
            <p:cNvPr id="17" name="Google Shape;72;p14">
              <a:extLst>
                <a:ext uri="{FF2B5EF4-FFF2-40B4-BE49-F238E27FC236}">
                  <a16:creationId xmlns:a16="http://schemas.microsoft.com/office/drawing/2014/main" id="{E67A1DFF-AF16-99DC-DC36-190BC172B483}"/>
                </a:ext>
              </a:extLst>
            </p:cNvPr>
            <p:cNvSpPr/>
            <p:nvPr/>
          </p:nvSpPr>
          <p:spPr>
            <a:xfrm>
              <a:off x="4675722" y="4220281"/>
              <a:ext cx="3195995" cy="7080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en-US" sz="1400" b="0" i="1" u="none" strike="noStrike" cap="none" err="1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Eliminazione</a:t>
              </a:r>
              <a:r>
                <a:rPr lang="en-US" sz="1400" b="0" i="1" u="none" strike="noStrike" cap="non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 definitive di un </a:t>
              </a:r>
              <a:r>
                <a:rPr lang="en-US" sz="1400" b="0" i="1" u="none" strike="noStrike" cap="none" err="1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viaggio</a:t>
              </a:r>
              <a:r>
                <a:rPr lang="en-US" sz="1400" b="0" i="1" u="none" strike="noStrike" cap="non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 dal Database</a:t>
              </a:r>
              <a:endParaRPr sz="1400" b="0" i="1" u="none" strike="noStrike" cap="none"/>
            </a:p>
          </p:txBody>
        </p:sp>
      </p:grpSp>
    </p:spTree>
    <p:extLst>
      <p:ext uri="{BB962C8B-B14F-4D97-AF65-F5344CB8AC3E}">
        <p14:creationId xmlns:p14="http://schemas.microsoft.com/office/powerpoint/2010/main" val="281753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3939D8A-F6E5-BEDE-5A06-08896CBA5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Diagramma delle interfacce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84A391E-9047-F9A7-1224-4C229D03E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655" y="467208"/>
            <a:ext cx="4783293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22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2D425CB-498A-EACE-8900-3976ECCB9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 Diagram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A429C28-E046-BC5D-9496-3BDF9F3F8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126" y="78072"/>
            <a:ext cx="3450403" cy="663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78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44069BC-0732-039B-1860-55B83C378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Deployment Diagram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5EA3802-A080-06AD-56E4-6F316F1AD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0637" y="2057532"/>
            <a:ext cx="7963808" cy="416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50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FB5CF78-0C9A-7FBF-512E-0ECE4F39C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Component Diagram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D222B97-1A06-925B-8C04-880435F6E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52" y="1966293"/>
            <a:ext cx="1072809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37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BDCE1-0239-5D7B-5CBF-BC423523A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2ECD0F7-B20E-194E-FA7A-163CF4213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EE5B87CB-83E9-1CE4-27E4-F0CA1CF28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5169501D-3C85-943B-9724-3C68CB4B0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88AF6044-8780-E54C-0167-230D76588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EEA956D-8F79-1E5E-A568-6160D0E21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Algoritmo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di </a:t>
            </a:r>
            <a:r>
              <a:rPr lang="en-US" sz="4000" err="1">
                <a:solidFill>
                  <a:srgbClr val="FFFFFF"/>
                </a:solidFill>
              </a:rPr>
              <a:t>o</a:t>
            </a:r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ttimizzazione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070BB89B-010A-22F1-99DC-3680B6F8769E}"/>
              </a:ext>
            </a:extLst>
          </p:cNvPr>
          <p:cNvGrpSpPr/>
          <p:nvPr/>
        </p:nvGrpSpPr>
        <p:grpSpPr>
          <a:xfrm>
            <a:off x="215480" y="2251836"/>
            <a:ext cx="6157123" cy="3581695"/>
            <a:chOff x="207014" y="2174253"/>
            <a:chExt cx="7556420" cy="4082653"/>
          </a:xfrm>
        </p:grpSpPr>
        <p:pic>
          <p:nvPicPr>
            <p:cNvPr id="6" name="Google Shape;100;p16" descr="preencoded.png">
              <a:extLst>
                <a:ext uri="{FF2B5EF4-FFF2-40B4-BE49-F238E27FC236}">
                  <a16:creationId xmlns:a16="http://schemas.microsoft.com/office/drawing/2014/main" id="{6637F0C7-3C00-4B57-684E-22D27EC2CBA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07014" y="2174253"/>
              <a:ext cx="1134070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01;p16">
              <a:extLst>
                <a:ext uri="{FF2B5EF4-FFF2-40B4-BE49-F238E27FC236}">
                  <a16:creationId xmlns:a16="http://schemas.microsoft.com/office/drawing/2014/main" id="{0F494380-BF7A-BB21-1E3C-78DE344F8240}"/>
                </a:ext>
              </a:extLst>
            </p:cNvPr>
            <p:cNvSpPr/>
            <p:nvPr/>
          </p:nvSpPr>
          <p:spPr>
            <a:xfrm>
              <a:off x="1567898" y="2401067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 err="1">
                  <a:solidFill>
                    <a:srgbClr val="00B0F0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Costruzione</a:t>
              </a:r>
              <a:r>
                <a:rPr lang="en-US" sz="2200" b="0" i="0" u="none" strike="noStrike" cap="none">
                  <a:solidFill>
                    <a:srgbClr val="00B0F0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 Matrice</a:t>
              </a:r>
              <a:endParaRPr sz="2200" b="0" i="0" u="none" strike="noStrike" cap="none">
                <a:solidFill>
                  <a:srgbClr val="00B0F0"/>
                </a:solidFill>
                <a:latin typeface="+mj-lt"/>
              </a:endParaRPr>
            </a:p>
          </p:txBody>
        </p:sp>
        <p:sp>
          <p:nvSpPr>
            <p:cNvPr id="8" name="Google Shape;102;p16">
              <a:extLst>
                <a:ext uri="{FF2B5EF4-FFF2-40B4-BE49-F238E27FC236}">
                  <a16:creationId xmlns:a16="http://schemas.microsoft.com/office/drawing/2014/main" id="{42747B0C-2A8C-52BD-46D1-C6E8CBF2623F}"/>
                </a:ext>
              </a:extLst>
            </p:cNvPr>
            <p:cNvSpPr/>
            <p:nvPr/>
          </p:nvSpPr>
          <p:spPr>
            <a:xfrm>
              <a:off x="1567898" y="2891485"/>
              <a:ext cx="6195536" cy="34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Calcolo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distanze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tra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tutti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i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nodi (O(n²))</a:t>
              </a:r>
              <a:endParaRPr sz="1750" b="0" i="0" u="none" strike="noStrike" cap="none"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9" name="Google Shape;103;p16" descr="preencoded.png">
              <a:extLst>
                <a:ext uri="{FF2B5EF4-FFF2-40B4-BE49-F238E27FC236}">
                  <a16:creationId xmlns:a16="http://schemas.microsoft.com/office/drawing/2014/main" id="{A3BAE242-ABC2-DA3E-4CE8-D9DFFE11B7D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7014" y="3535137"/>
              <a:ext cx="1134069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Google Shape;104;p16">
              <a:extLst>
                <a:ext uri="{FF2B5EF4-FFF2-40B4-BE49-F238E27FC236}">
                  <a16:creationId xmlns:a16="http://schemas.microsoft.com/office/drawing/2014/main" id="{1377274E-B7E2-3E46-7303-FECDDD5096AA}"/>
                </a:ext>
              </a:extLst>
            </p:cNvPr>
            <p:cNvSpPr/>
            <p:nvPr/>
          </p:nvSpPr>
          <p:spPr>
            <a:xfrm>
              <a:off x="1567898" y="3761951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>
                  <a:latin typeface="+mj-lt"/>
                  <a:ea typeface="Host Grotesk"/>
                  <a:cs typeface="Host Grotesk"/>
                  <a:sym typeface="Host Grotesk"/>
                </a:rPr>
                <a:t>Nearest </a:t>
              </a:r>
              <a:r>
                <a:rPr lang="en-US" sz="2200" b="0" i="0" u="none" strike="noStrike" cap="none" err="1">
                  <a:latin typeface="+mj-lt"/>
                  <a:ea typeface="Host Grotesk"/>
                  <a:cs typeface="Host Grotesk"/>
                  <a:sym typeface="Host Grotesk"/>
                </a:rPr>
                <a:t>Neighbour</a:t>
              </a:r>
              <a:endParaRPr sz="2200" b="0" i="0" u="none" strike="noStrike" cap="none">
                <a:latin typeface="+mj-lt"/>
              </a:endParaRPr>
            </a:p>
          </p:txBody>
        </p:sp>
        <p:sp>
          <p:nvSpPr>
            <p:cNvPr id="11" name="Google Shape;105;p16">
              <a:extLst>
                <a:ext uri="{FF2B5EF4-FFF2-40B4-BE49-F238E27FC236}">
                  <a16:creationId xmlns:a16="http://schemas.microsoft.com/office/drawing/2014/main" id="{F412D25A-0D8F-53D6-7FC8-C6AC45D9DF17}"/>
                </a:ext>
              </a:extLst>
            </p:cNvPr>
            <p:cNvSpPr/>
            <p:nvPr/>
          </p:nvSpPr>
          <p:spPr>
            <a:xfrm>
              <a:off x="1567898" y="4252370"/>
              <a:ext cx="6195536" cy="34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Costruzione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tour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iniziale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visitando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nodo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più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vicino</a:t>
              </a:r>
              <a:endParaRPr sz="1750" b="0" i="0" u="none" strike="noStrike" cap="none"/>
            </a:p>
          </p:txBody>
        </p:sp>
        <p:pic>
          <p:nvPicPr>
            <p:cNvPr id="12" name="Google Shape;106;p16" descr="preencoded.png">
              <a:extLst>
                <a:ext uri="{FF2B5EF4-FFF2-40B4-BE49-F238E27FC236}">
                  <a16:creationId xmlns:a16="http://schemas.microsoft.com/office/drawing/2014/main" id="{AEA1B112-AEED-3F31-13CB-D7EC5BFB396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7014" y="4896022"/>
              <a:ext cx="1134070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07;p16">
              <a:extLst>
                <a:ext uri="{FF2B5EF4-FFF2-40B4-BE49-F238E27FC236}">
                  <a16:creationId xmlns:a16="http://schemas.microsoft.com/office/drawing/2014/main" id="{BE274DF5-99A4-AA7F-261A-834BFE6B831A}"/>
                </a:ext>
              </a:extLst>
            </p:cNvPr>
            <p:cNvSpPr/>
            <p:nvPr/>
          </p:nvSpPr>
          <p:spPr>
            <a:xfrm>
              <a:off x="1567898" y="5122836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>
                  <a:latin typeface="+mj-lt"/>
                  <a:ea typeface="Host Grotesk"/>
                  <a:cs typeface="Host Grotesk"/>
                  <a:sym typeface="Host Grotesk"/>
                </a:rPr>
                <a:t>2-opt</a:t>
              </a:r>
              <a:endParaRPr sz="2200" b="0" i="0" u="none" strike="noStrike" cap="none">
                <a:latin typeface="+mj-lt"/>
              </a:endParaRPr>
            </a:p>
          </p:txBody>
        </p:sp>
        <p:sp>
          <p:nvSpPr>
            <p:cNvPr id="14" name="Google Shape;108;p16">
              <a:extLst>
                <a:ext uri="{FF2B5EF4-FFF2-40B4-BE49-F238E27FC236}">
                  <a16:creationId xmlns:a16="http://schemas.microsoft.com/office/drawing/2014/main" id="{60AC4D9B-A055-88CA-0E0E-8C56DAAA57F6}"/>
                </a:ext>
              </a:extLst>
            </p:cNvPr>
            <p:cNvSpPr/>
            <p:nvPr/>
          </p:nvSpPr>
          <p:spPr>
            <a:xfrm>
              <a:off x="1567898" y="5613254"/>
              <a:ext cx="6195536" cy="34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Ottimizzazione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locale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invertendo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archi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(O(n³))</a:t>
              </a:r>
              <a:endParaRPr sz="1750" b="0" i="0" u="none" strike="noStrike" cap="none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B7C0F90B-DC34-B326-F36C-8788982B828B}"/>
              </a:ext>
            </a:extLst>
          </p:cNvPr>
          <p:cNvSpPr txBox="1">
            <a:spLocks/>
          </p:cNvSpPr>
          <p:nvPr/>
        </p:nvSpPr>
        <p:spPr>
          <a:xfrm>
            <a:off x="6438644" y="1642534"/>
            <a:ext cx="5651756" cy="5139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it-IT" sz="7200">
              <a:solidFill>
                <a:srgbClr val="C00000"/>
              </a:solidFill>
            </a:endParaRPr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57D1F339-C981-3A73-E479-472EA9706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503" y="2022651"/>
            <a:ext cx="5823695" cy="386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45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BDDD0-8B84-F106-E67A-2458BFA7B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A780734-3388-B3D2-B1EC-F15901A60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6D1A6482-7F6B-D909-5E52-2AB1E38D5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32B786E8-B1C4-14F3-BDEA-41C8B2045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47D84EF8-3B09-B0FB-311B-2210F9985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7E42AF0-8CC9-836E-E428-CAC9F4608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Algoritmo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di </a:t>
            </a:r>
            <a:r>
              <a:rPr lang="en-US" sz="4000" err="1">
                <a:solidFill>
                  <a:srgbClr val="FFFFFF"/>
                </a:solidFill>
              </a:rPr>
              <a:t>o</a:t>
            </a:r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ttimizzazione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7C2B93F5-3159-F2CF-05D3-2A9ACDBFFDB0}"/>
              </a:ext>
            </a:extLst>
          </p:cNvPr>
          <p:cNvGrpSpPr/>
          <p:nvPr/>
        </p:nvGrpSpPr>
        <p:grpSpPr>
          <a:xfrm>
            <a:off x="215480" y="2251836"/>
            <a:ext cx="6157123" cy="3581695"/>
            <a:chOff x="207014" y="2174253"/>
            <a:chExt cx="7556420" cy="4082653"/>
          </a:xfrm>
        </p:grpSpPr>
        <p:pic>
          <p:nvPicPr>
            <p:cNvPr id="6" name="Google Shape;100;p16" descr="preencoded.png">
              <a:extLst>
                <a:ext uri="{FF2B5EF4-FFF2-40B4-BE49-F238E27FC236}">
                  <a16:creationId xmlns:a16="http://schemas.microsoft.com/office/drawing/2014/main" id="{A4E0B902-8CF3-36BD-9B72-A0FD2B412DA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07014" y="2174253"/>
              <a:ext cx="1134070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01;p16">
              <a:extLst>
                <a:ext uri="{FF2B5EF4-FFF2-40B4-BE49-F238E27FC236}">
                  <a16:creationId xmlns:a16="http://schemas.microsoft.com/office/drawing/2014/main" id="{EB7DFD94-BC8A-A770-592C-3237F02EAAB0}"/>
                </a:ext>
              </a:extLst>
            </p:cNvPr>
            <p:cNvSpPr/>
            <p:nvPr/>
          </p:nvSpPr>
          <p:spPr>
            <a:xfrm>
              <a:off x="1567898" y="2401067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 err="1">
                  <a:latin typeface="+mj-lt"/>
                  <a:ea typeface="Host Grotesk"/>
                  <a:cs typeface="Host Grotesk"/>
                  <a:sym typeface="Host Grotesk"/>
                </a:rPr>
                <a:t>Costruzione</a:t>
              </a:r>
              <a:r>
                <a:rPr lang="en-US" sz="2200" b="0" i="0" u="none" strike="noStrike" cap="none">
                  <a:latin typeface="+mj-lt"/>
                  <a:ea typeface="Host Grotesk"/>
                  <a:cs typeface="Host Grotesk"/>
                  <a:sym typeface="Host Grotesk"/>
                </a:rPr>
                <a:t> Matrice</a:t>
              </a:r>
              <a:endParaRPr sz="2200" b="0" i="0" u="none" strike="noStrike" cap="none">
                <a:latin typeface="+mj-lt"/>
              </a:endParaRPr>
            </a:p>
          </p:txBody>
        </p:sp>
        <p:sp>
          <p:nvSpPr>
            <p:cNvPr id="8" name="Google Shape;102;p16">
              <a:extLst>
                <a:ext uri="{FF2B5EF4-FFF2-40B4-BE49-F238E27FC236}">
                  <a16:creationId xmlns:a16="http://schemas.microsoft.com/office/drawing/2014/main" id="{453D63A0-E56B-52F0-81D3-C13B2DAF7F5C}"/>
                </a:ext>
              </a:extLst>
            </p:cNvPr>
            <p:cNvSpPr/>
            <p:nvPr/>
          </p:nvSpPr>
          <p:spPr>
            <a:xfrm>
              <a:off x="1567898" y="2891485"/>
              <a:ext cx="6195536" cy="34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Calcolo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distanze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tra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tutti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i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nodi (O(n²))</a:t>
              </a:r>
              <a:endParaRPr sz="1750" b="0" i="0" u="none" strike="noStrike" cap="none"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9" name="Google Shape;103;p16" descr="preencoded.png">
              <a:extLst>
                <a:ext uri="{FF2B5EF4-FFF2-40B4-BE49-F238E27FC236}">
                  <a16:creationId xmlns:a16="http://schemas.microsoft.com/office/drawing/2014/main" id="{4C0B2D22-3164-F978-CCF9-98149CABAD8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7014" y="3535137"/>
              <a:ext cx="1134069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Google Shape;104;p16">
              <a:extLst>
                <a:ext uri="{FF2B5EF4-FFF2-40B4-BE49-F238E27FC236}">
                  <a16:creationId xmlns:a16="http://schemas.microsoft.com/office/drawing/2014/main" id="{F93A542A-842A-1DEF-7BB2-6F971BEE7423}"/>
                </a:ext>
              </a:extLst>
            </p:cNvPr>
            <p:cNvSpPr/>
            <p:nvPr/>
          </p:nvSpPr>
          <p:spPr>
            <a:xfrm>
              <a:off x="1567898" y="3761951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>
                  <a:solidFill>
                    <a:srgbClr val="00B0F0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Nearest </a:t>
              </a:r>
              <a:r>
                <a:rPr lang="en-US" sz="2200" b="0" i="0" u="none" strike="noStrike" cap="none" err="1">
                  <a:solidFill>
                    <a:srgbClr val="00B0F0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Neighbour</a:t>
              </a:r>
              <a:endParaRPr sz="2200" b="0" i="0" u="none" strike="noStrike" cap="none">
                <a:solidFill>
                  <a:srgbClr val="00B0F0"/>
                </a:solidFill>
                <a:latin typeface="+mj-lt"/>
              </a:endParaRPr>
            </a:p>
          </p:txBody>
        </p:sp>
        <p:sp>
          <p:nvSpPr>
            <p:cNvPr id="11" name="Google Shape;105;p16">
              <a:extLst>
                <a:ext uri="{FF2B5EF4-FFF2-40B4-BE49-F238E27FC236}">
                  <a16:creationId xmlns:a16="http://schemas.microsoft.com/office/drawing/2014/main" id="{D46190A5-6CC5-3E42-4F6A-4F60D45FDBB7}"/>
                </a:ext>
              </a:extLst>
            </p:cNvPr>
            <p:cNvSpPr/>
            <p:nvPr/>
          </p:nvSpPr>
          <p:spPr>
            <a:xfrm>
              <a:off x="1567898" y="4252370"/>
              <a:ext cx="6195536" cy="34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Costruzione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tour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iniziale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visitando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nodo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più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vicino</a:t>
              </a:r>
              <a:endParaRPr sz="1750" b="0" i="0" u="none" strike="noStrike" cap="none"/>
            </a:p>
          </p:txBody>
        </p:sp>
        <p:pic>
          <p:nvPicPr>
            <p:cNvPr id="12" name="Google Shape;106;p16" descr="preencoded.png">
              <a:extLst>
                <a:ext uri="{FF2B5EF4-FFF2-40B4-BE49-F238E27FC236}">
                  <a16:creationId xmlns:a16="http://schemas.microsoft.com/office/drawing/2014/main" id="{F6A1F00C-CDC4-5161-0121-1D624754DE3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7014" y="4896022"/>
              <a:ext cx="1134070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07;p16">
              <a:extLst>
                <a:ext uri="{FF2B5EF4-FFF2-40B4-BE49-F238E27FC236}">
                  <a16:creationId xmlns:a16="http://schemas.microsoft.com/office/drawing/2014/main" id="{B7CA7A5C-04FA-8818-03AE-BE5D9DD1859C}"/>
                </a:ext>
              </a:extLst>
            </p:cNvPr>
            <p:cNvSpPr/>
            <p:nvPr/>
          </p:nvSpPr>
          <p:spPr>
            <a:xfrm>
              <a:off x="1567898" y="5122836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>
                  <a:latin typeface="+mj-lt"/>
                  <a:ea typeface="Host Grotesk"/>
                  <a:cs typeface="Host Grotesk"/>
                  <a:sym typeface="Host Grotesk"/>
                </a:rPr>
                <a:t>2-opt</a:t>
              </a:r>
              <a:endParaRPr sz="2200" b="0" i="0" u="none" strike="noStrike" cap="none">
                <a:latin typeface="+mj-lt"/>
              </a:endParaRPr>
            </a:p>
          </p:txBody>
        </p:sp>
        <p:sp>
          <p:nvSpPr>
            <p:cNvPr id="14" name="Google Shape;108;p16">
              <a:extLst>
                <a:ext uri="{FF2B5EF4-FFF2-40B4-BE49-F238E27FC236}">
                  <a16:creationId xmlns:a16="http://schemas.microsoft.com/office/drawing/2014/main" id="{015BD544-738E-6220-1E1E-0525FB3F0A0D}"/>
                </a:ext>
              </a:extLst>
            </p:cNvPr>
            <p:cNvSpPr/>
            <p:nvPr/>
          </p:nvSpPr>
          <p:spPr>
            <a:xfrm>
              <a:off x="1567898" y="5613254"/>
              <a:ext cx="6195536" cy="34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Ottimizzazione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locale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invertendo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archi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(O(n³))</a:t>
              </a:r>
              <a:endParaRPr sz="1750" b="0" i="0" u="none" strike="noStrike" cap="none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4EEEED39-5ED7-F8E3-89AA-6FE517BEC8F5}"/>
              </a:ext>
            </a:extLst>
          </p:cNvPr>
          <p:cNvSpPr txBox="1">
            <a:spLocks/>
          </p:cNvSpPr>
          <p:nvPr/>
        </p:nvSpPr>
        <p:spPr>
          <a:xfrm>
            <a:off x="6438644" y="1642534"/>
            <a:ext cx="5651756" cy="5139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it-IT" sz="7200">
              <a:solidFill>
                <a:srgbClr val="C00000"/>
              </a:solidFill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68CF547-AEC0-857C-005F-1D745EFC87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633" y="3225302"/>
            <a:ext cx="5131088" cy="229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64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B7478-681C-E50A-974C-9F0C6E65C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75006F6-B0C8-7D47-141C-7B6D068C0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74F307BE-5665-A42C-8729-BE5683EDE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5C000A84-E53F-2525-613D-DCA0427B1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C21BE340-8FF5-DA13-CD85-5C17F2C0B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4C28DBA-A228-DC53-3936-A8031601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Algoritmo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di </a:t>
            </a:r>
            <a:r>
              <a:rPr lang="en-US" sz="4000" err="1">
                <a:solidFill>
                  <a:srgbClr val="FFFFFF"/>
                </a:solidFill>
              </a:rPr>
              <a:t>o</a:t>
            </a:r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ttimizzazione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DDA8CBE9-37B8-4C03-A278-1385A56E71B6}"/>
              </a:ext>
            </a:extLst>
          </p:cNvPr>
          <p:cNvGrpSpPr/>
          <p:nvPr/>
        </p:nvGrpSpPr>
        <p:grpSpPr>
          <a:xfrm>
            <a:off x="215480" y="2251836"/>
            <a:ext cx="6157123" cy="3581695"/>
            <a:chOff x="207014" y="2174253"/>
            <a:chExt cx="7556420" cy="4082653"/>
          </a:xfrm>
        </p:grpSpPr>
        <p:pic>
          <p:nvPicPr>
            <p:cNvPr id="6" name="Google Shape;100;p16" descr="preencoded.png">
              <a:extLst>
                <a:ext uri="{FF2B5EF4-FFF2-40B4-BE49-F238E27FC236}">
                  <a16:creationId xmlns:a16="http://schemas.microsoft.com/office/drawing/2014/main" id="{F2F3B994-33F1-FA73-4992-E43F3422B09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07014" y="2174253"/>
              <a:ext cx="1134070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01;p16">
              <a:extLst>
                <a:ext uri="{FF2B5EF4-FFF2-40B4-BE49-F238E27FC236}">
                  <a16:creationId xmlns:a16="http://schemas.microsoft.com/office/drawing/2014/main" id="{7459F87E-0BCC-B260-B5A0-640113B696F1}"/>
                </a:ext>
              </a:extLst>
            </p:cNvPr>
            <p:cNvSpPr/>
            <p:nvPr/>
          </p:nvSpPr>
          <p:spPr>
            <a:xfrm>
              <a:off x="1567898" y="2401067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 err="1">
                  <a:latin typeface="+mj-lt"/>
                  <a:ea typeface="Host Grotesk"/>
                  <a:cs typeface="Host Grotesk"/>
                  <a:sym typeface="Host Grotesk"/>
                </a:rPr>
                <a:t>Costruzione</a:t>
              </a:r>
              <a:r>
                <a:rPr lang="en-US" sz="2200" b="0" i="0" u="none" strike="noStrike" cap="none">
                  <a:latin typeface="+mj-lt"/>
                  <a:ea typeface="Host Grotesk"/>
                  <a:cs typeface="Host Grotesk"/>
                  <a:sym typeface="Host Grotesk"/>
                </a:rPr>
                <a:t> Matrice</a:t>
              </a:r>
              <a:endParaRPr sz="2200" b="0" i="0" u="none" strike="noStrike" cap="none">
                <a:latin typeface="+mj-lt"/>
              </a:endParaRPr>
            </a:p>
          </p:txBody>
        </p:sp>
        <p:sp>
          <p:nvSpPr>
            <p:cNvPr id="8" name="Google Shape;102;p16">
              <a:extLst>
                <a:ext uri="{FF2B5EF4-FFF2-40B4-BE49-F238E27FC236}">
                  <a16:creationId xmlns:a16="http://schemas.microsoft.com/office/drawing/2014/main" id="{5A074C40-0853-ACBA-AA84-50057E6740D8}"/>
                </a:ext>
              </a:extLst>
            </p:cNvPr>
            <p:cNvSpPr/>
            <p:nvPr/>
          </p:nvSpPr>
          <p:spPr>
            <a:xfrm>
              <a:off x="1567898" y="2891485"/>
              <a:ext cx="6195536" cy="34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Calcolo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distanze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tra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tutti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i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nodi (O(n²))</a:t>
              </a:r>
              <a:endParaRPr sz="1750" b="0" i="0" u="none" strike="noStrike" cap="none"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9" name="Google Shape;103;p16" descr="preencoded.png">
              <a:extLst>
                <a:ext uri="{FF2B5EF4-FFF2-40B4-BE49-F238E27FC236}">
                  <a16:creationId xmlns:a16="http://schemas.microsoft.com/office/drawing/2014/main" id="{8C03AAC7-F7F3-C54B-75D0-2D551E1D2A0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7014" y="3535137"/>
              <a:ext cx="1134069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Google Shape;104;p16">
              <a:extLst>
                <a:ext uri="{FF2B5EF4-FFF2-40B4-BE49-F238E27FC236}">
                  <a16:creationId xmlns:a16="http://schemas.microsoft.com/office/drawing/2014/main" id="{335A51EE-6AFF-4C46-896C-6807D3339197}"/>
                </a:ext>
              </a:extLst>
            </p:cNvPr>
            <p:cNvSpPr/>
            <p:nvPr/>
          </p:nvSpPr>
          <p:spPr>
            <a:xfrm>
              <a:off x="1567898" y="3761951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>
                  <a:latin typeface="+mj-lt"/>
                  <a:ea typeface="Host Grotesk"/>
                  <a:cs typeface="Host Grotesk"/>
                  <a:sym typeface="Host Grotesk"/>
                </a:rPr>
                <a:t>Nearest </a:t>
              </a:r>
              <a:r>
                <a:rPr lang="en-US" sz="2200" b="0" i="0" u="none" strike="noStrike" cap="none" err="1">
                  <a:latin typeface="+mj-lt"/>
                  <a:ea typeface="Host Grotesk"/>
                  <a:cs typeface="Host Grotesk"/>
                  <a:sym typeface="Host Grotesk"/>
                </a:rPr>
                <a:t>Neighbour</a:t>
              </a:r>
              <a:endParaRPr sz="2200" b="0" i="0" u="none" strike="noStrike" cap="none">
                <a:latin typeface="+mj-lt"/>
              </a:endParaRPr>
            </a:p>
          </p:txBody>
        </p:sp>
        <p:sp>
          <p:nvSpPr>
            <p:cNvPr id="11" name="Google Shape;105;p16">
              <a:extLst>
                <a:ext uri="{FF2B5EF4-FFF2-40B4-BE49-F238E27FC236}">
                  <a16:creationId xmlns:a16="http://schemas.microsoft.com/office/drawing/2014/main" id="{FFC6D900-E2C5-E369-77D2-6ED4F1B8D29E}"/>
                </a:ext>
              </a:extLst>
            </p:cNvPr>
            <p:cNvSpPr/>
            <p:nvPr/>
          </p:nvSpPr>
          <p:spPr>
            <a:xfrm>
              <a:off x="1567898" y="4252370"/>
              <a:ext cx="6195536" cy="34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Costruzione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tour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iniziale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visitando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nodo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più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vicino</a:t>
              </a:r>
              <a:endParaRPr sz="1750" b="0" i="0" u="none" strike="noStrike" cap="none"/>
            </a:p>
          </p:txBody>
        </p:sp>
        <p:pic>
          <p:nvPicPr>
            <p:cNvPr id="12" name="Google Shape;106;p16" descr="preencoded.png">
              <a:extLst>
                <a:ext uri="{FF2B5EF4-FFF2-40B4-BE49-F238E27FC236}">
                  <a16:creationId xmlns:a16="http://schemas.microsoft.com/office/drawing/2014/main" id="{4DDEA7FB-451D-19CF-9ED1-A4951E9E2CB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7014" y="4896022"/>
              <a:ext cx="1134070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07;p16">
              <a:extLst>
                <a:ext uri="{FF2B5EF4-FFF2-40B4-BE49-F238E27FC236}">
                  <a16:creationId xmlns:a16="http://schemas.microsoft.com/office/drawing/2014/main" id="{3FDF5EBF-0F49-8880-ACDE-CC0DC5EB838D}"/>
                </a:ext>
              </a:extLst>
            </p:cNvPr>
            <p:cNvSpPr/>
            <p:nvPr/>
          </p:nvSpPr>
          <p:spPr>
            <a:xfrm>
              <a:off x="1567898" y="5122836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</a:pPr>
              <a:r>
                <a:rPr lang="en-US" sz="2200" b="0" i="0" u="none" strike="noStrike" cap="none">
                  <a:solidFill>
                    <a:srgbClr val="00B0F0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2-opt</a:t>
              </a:r>
              <a:endParaRPr sz="2200" b="0" i="0" u="none" strike="noStrike" cap="none">
                <a:solidFill>
                  <a:srgbClr val="00B0F0"/>
                </a:solidFill>
                <a:latin typeface="+mj-lt"/>
              </a:endParaRPr>
            </a:p>
          </p:txBody>
        </p:sp>
        <p:sp>
          <p:nvSpPr>
            <p:cNvPr id="14" name="Google Shape;108;p16">
              <a:extLst>
                <a:ext uri="{FF2B5EF4-FFF2-40B4-BE49-F238E27FC236}">
                  <a16:creationId xmlns:a16="http://schemas.microsoft.com/office/drawing/2014/main" id="{20DEB36F-FC4F-20C1-5D43-32A9BA2C5686}"/>
                </a:ext>
              </a:extLst>
            </p:cNvPr>
            <p:cNvSpPr/>
            <p:nvPr/>
          </p:nvSpPr>
          <p:spPr>
            <a:xfrm>
              <a:off x="1567898" y="5613254"/>
              <a:ext cx="6195536" cy="34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</a:pP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Ottimizzazione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locale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invertendo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</a:t>
              </a:r>
              <a:r>
                <a:rPr lang="en-US" sz="175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archi</a:t>
              </a:r>
              <a:r>
                <a:rPr lang="en-US" sz="175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 (O(n³))</a:t>
              </a:r>
              <a:endParaRPr sz="1750" b="0" i="0" u="none" strike="noStrike" cap="none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563CFBB9-4D17-C1A6-CC5B-197C4441F248}"/>
              </a:ext>
            </a:extLst>
          </p:cNvPr>
          <p:cNvSpPr txBox="1">
            <a:spLocks/>
          </p:cNvSpPr>
          <p:nvPr/>
        </p:nvSpPr>
        <p:spPr>
          <a:xfrm>
            <a:off x="6438644" y="1642534"/>
            <a:ext cx="5651756" cy="5139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it-IT" sz="7200">
              <a:solidFill>
                <a:srgbClr val="C00000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B36A639-08A5-E466-E54B-53703302D7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369" y="2408022"/>
            <a:ext cx="5131087" cy="361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78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9D9FC05-4CA6-DC74-315E-DEDFE790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7CA527-116C-99BB-447F-53EA456E4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endParaRPr lang="it-IT" sz="2000"/>
          </a:p>
          <a:p>
            <a:pPr marL="0" indent="0">
              <a:buNone/>
            </a:pPr>
            <a:r>
              <a:rPr lang="it-IT" sz="2000" b="1"/>
              <a:t>Analisi Dinamica </a:t>
            </a:r>
          </a:p>
          <a:p>
            <a:pPr marL="457200" lvl="1" indent="0">
              <a:buNone/>
            </a:pPr>
            <a:r>
              <a:rPr lang="it-IT" sz="2000"/>
              <a:t>Per eseguire l’analisi dinamica sono stati utilizzati: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it-IT" sz="2000" err="1"/>
              <a:t>Junit</a:t>
            </a:r>
            <a:r>
              <a:rPr lang="it-IT" sz="2000"/>
              <a:t> : </a:t>
            </a:r>
            <a:r>
              <a:rPr lang="it-IT" sz="2000" err="1"/>
              <a:t>unit</a:t>
            </a:r>
            <a:r>
              <a:rPr lang="it-IT" sz="2000"/>
              <a:t> test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it-IT" sz="2000" err="1"/>
              <a:t>PostMan</a:t>
            </a:r>
            <a:r>
              <a:rPr lang="it-IT" sz="2000"/>
              <a:t> : API test </a:t>
            </a:r>
          </a:p>
          <a:p>
            <a:pPr marL="0" indent="0">
              <a:buNone/>
            </a:pPr>
            <a:r>
              <a:rPr lang="it-IT" sz="2000" b="1"/>
              <a:t>Analisi Statica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it-IT" sz="2000"/>
              <a:t>Per eseguire l’analisi statica del codice è stato </a:t>
            </a:r>
            <a:r>
              <a:rPr lang="it-IT" sz="2000" err="1"/>
              <a:t>utlizzato</a:t>
            </a:r>
            <a:r>
              <a:rPr lang="it-IT" sz="2000"/>
              <a:t> il tool </a:t>
            </a:r>
            <a:r>
              <a:rPr lang="it-IT" sz="2000" err="1"/>
              <a:t>CodeMR</a:t>
            </a:r>
            <a:r>
              <a:rPr lang="it-IT" sz="2000"/>
              <a:t>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it-IT" sz="2000"/>
              <a:t>Metriche principali 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err="1"/>
              <a:t>Coupling</a:t>
            </a:r>
            <a:r>
              <a:rPr lang="it-IT"/>
              <a:t>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err="1"/>
              <a:t>Complexity</a:t>
            </a:r>
            <a:r>
              <a:rPr lang="it-IT"/>
              <a:t>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err="1"/>
              <a:t>Lack</a:t>
            </a:r>
            <a:r>
              <a:rPr lang="it-IT"/>
              <a:t> of </a:t>
            </a:r>
            <a:r>
              <a:rPr lang="it-IT" err="1"/>
              <a:t>cohesion</a:t>
            </a:r>
            <a:endParaRPr lang="it-IT"/>
          </a:p>
          <a:p>
            <a:endParaRPr lang="it-IT" sz="2000"/>
          </a:p>
        </p:txBody>
      </p:sp>
    </p:spTree>
    <p:extLst>
      <p:ext uri="{BB962C8B-B14F-4D97-AF65-F5344CB8AC3E}">
        <p14:creationId xmlns:p14="http://schemas.microsoft.com/office/powerpoint/2010/main" val="3104041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CA30B7F-AB4D-BC4F-02CA-15CCD5F6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err="1">
                <a:solidFill>
                  <a:srgbClr val="FFFFFF"/>
                </a:solidFill>
              </a:rPr>
              <a:t>CodeMR</a:t>
            </a:r>
            <a:endParaRPr lang="it-IT" sz="4000">
              <a:solidFill>
                <a:srgbClr val="FFFFFF"/>
              </a:solidFill>
            </a:endParaRP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5E22695-2289-790F-C4F9-626B297BE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68"/>
          <a:stretch>
            <a:fillRect/>
          </a:stretch>
        </p:blipFill>
        <p:spPr>
          <a:xfrm>
            <a:off x="9316708" y="2648729"/>
            <a:ext cx="2400300" cy="366407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70E622F-D39E-19A8-EBD2-6A78E533C4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695" y="235284"/>
            <a:ext cx="2390775" cy="616267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FA95DC44-B024-E4EE-7C5A-F30D18A9A7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94"/>
          <a:stretch>
            <a:fillRect/>
          </a:stretch>
        </p:blipFill>
        <p:spPr>
          <a:xfrm>
            <a:off x="6776382" y="2491991"/>
            <a:ext cx="2400300" cy="394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081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09567-16FD-27AD-D8E8-45271C68C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0DC6D16-A7CA-ECCF-FF41-92E3A06F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b="1">
                <a:solidFill>
                  <a:srgbClr val="FFFFFF"/>
                </a:solidFill>
              </a:rPr>
              <a:t>Junit</a:t>
            </a:r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6EC349A0-D5AB-5640-5002-9D48C16E30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107480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17181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7DD06-4B00-4DFF-4DA0-7C43FD96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8ABE3A0-A2AE-71FC-8408-D7E46120C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it-IT" sz="4000" b="1">
                <a:solidFill>
                  <a:srgbClr val="FFFFFF"/>
                </a:solidFill>
              </a:rPr>
              <a:t>Junit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9DC7F082-54C1-5AC9-6624-62D1EF0843F8}"/>
              </a:ext>
            </a:extLst>
          </p:cNvPr>
          <p:cNvGrpSpPr/>
          <p:nvPr/>
        </p:nvGrpSpPr>
        <p:grpSpPr>
          <a:xfrm>
            <a:off x="6233089" y="750440"/>
            <a:ext cx="4010759" cy="5453920"/>
            <a:chOff x="4355080" y="1846650"/>
            <a:chExt cx="4084674" cy="5554431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6405519E-4E52-2479-6845-E4C6F770C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5080" y="1846650"/>
              <a:ext cx="4084674" cy="1539373"/>
            </a:xfrm>
            <a:prstGeom prst="rect">
              <a:avLst/>
            </a:prstGeom>
          </p:spPr>
        </p:pic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C58F248F-AB16-C1BD-1E4B-101952977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5081" y="3386514"/>
              <a:ext cx="4077053" cy="358171"/>
            </a:xfrm>
            <a:prstGeom prst="rect">
              <a:avLst/>
            </a:prstGeom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59A5FE80-E3FA-2937-33D5-6398C6CAE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0321" y="3744685"/>
              <a:ext cx="4061813" cy="36563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1917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60193-3D12-4CA3-7E0E-89B79DC02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B28557E-A8C7-6EC4-222E-7DBBE53B0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7139FE-2340-BBFA-0B2E-B7EBF98DD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204620-E089-AE92-3C08-752E6015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DA4EB2-E5C2-071C-DB20-744F92634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90AA31-639E-D647-987A-30C5B1368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8B60036-972D-5D85-874A-7C3EE8044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API </a:t>
            </a:r>
            <a:r>
              <a:rPr lang="en-US" sz="4000" err="1">
                <a:solidFill>
                  <a:srgbClr val="FFFFFF"/>
                </a:solidFill>
              </a:rPr>
              <a:t>esposte</a:t>
            </a:r>
            <a:r>
              <a:rPr lang="en-US" sz="4000">
                <a:solidFill>
                  <a:srgbClr val="FFFFFF"/>
                </a:solidFill>
              </a:rPr>
              <a:t> &amp; test in Postman</a:t>
            </a:r>
          </a:p>
        </p:txBody>
      </p:sp>
      <p:grpSp>
        <p:nvGrpSpPr>
          <p:cNvPr id="53" name="Gruppo 52">
            <a:extLst>
              <a:ext uri="{FF2B5EF4-FFF2-40B4-BE49-F238E27FC236}">
                <a16:creationId xmlns:a16="http://schemas.microsoft.com/office/drawing/2014/main" id="{534A9352-B37D-E674-A79E-8DC887F7B45D}"/>
              </a:ext>
            </a:extLst>
          </p:cNvPr>
          <p:cNvGrpSpPr/>
          <p:nvPr/>
        </p:nvGrpSpPr>
        <p:grpSpPr>
          <a:xfrm>
            <a:off x="149401" y="2625718"/>
            <a:ext cx="6746424" cy="3641688"/>
            <a:chOff x="149401" y="2574509"/>
            <a:chExt cx="6746424" cy="3641688"/>
          </a:xfrm>
        </p:grpSpPr>
        <p:grpSp>
          <p:nvGrpSpPr>
            <p:cNvPr id="51" name="Gruppo 50">
              <a:extLst>
                <a:ext uri="{FF2B5EF4-FFF2-40B4-BE49-F238E27FC236}">
                  <a16:creationId xmlns:a16="http://schemas.microsoft.com/office/drawing/2014/main" id="{55935B9E-F80A-1E5F-B415-76BED4D85452}"/>
                </a:ext>
              </a:extLst>
            </p:cNvPr>
            <p:cNvGrpSpPr/>
            <p:nvPr/>
          </p:nvGrpSpPr>
          <p:grpSpPr>
            <a:xfrm>
              <a:off x="149401" y="2574509"/>
              <a:ext cx="3933779" cy="2397188"/>
              <a:chOff x="149401" y="2170750"/>
              <a:chExt cx="3933779" cy="2397188"/>
            </a:xfrm>
          </p:grpSpPr>
          <p:sp>
            <p:nvSpPr>
              <p:cNvPr id="3" name="Google Shape;67;p14">
                <a:extLst>
                  <a:ext uri="{FF2B5EF4-FFF2-40B4-BE49-F238E27FC236}">
                    <a16:creationId xmlns:a16="http://schemas.microsoft.com/office/drawing/2014/main" id="{04F6B59F-AB74-87D6-01ED-68606054B565}"/>
                  </a:ext>
                </a:extLst>
              </p:cNvPr>
              <p:cNvSpPr/>
              <p:nvPr/>
            </p:nvSpPr>
            <p:spPr>
              <a:xfrm>
                <a:off x="149401" y="2170750"/>
                <a:ext cx="3056937" cy="2086463"/>
              </a:xfrm>
              <a:prstGeom prst="roundRect">
                <a:avLst>
                  <a:gd name="adj" fmla="val 4812"/>
                </a:avLst>
              </a:prstGeom>
              <a:solidFill>
                <a:srgbClr val="D9EDF2"/>
              </a:solidFill>
              <a:ln w="9525" cap="flat" cmpd="sng">
                <a:solidFill>
                  <a:srgbClr val="BFD3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" name="Gruppo 23">
                <a:extLst>
                  <a:ext uri="{FF2B5EF4-FFF2-40B4-BE49-F238E27FC236}">
                    <a16:creationId xmlns:a16="http://schemas.microsoft.com/office/drawing/2014/main" id="{DC9E51DF-0198-FE99-F819-AA49C128AD2E}"/>
                  </a:ext>
                </a:extLst>
              </p:cNvPr>
              <p:cNvGrpSpPr/>
              <p:nvPr/>
            </p:nvGrpSpPr>
            <p:grpSpPr>
              <a:xfrm>
                <a:off x="409709" y="2246458"/>
                <a:ext cx="3673471" cy="2321480"/>
                <a:chOff x="429724" y="2323108"/>
                <a:chExt cx="3796612" cy="2321480"/>
              </a:xfrm>
            </p:grpSpPr>
            <p:sp>
              <p:nvSpPr>
                <p:cNvPr id="11" name="Google Shape;168;p20">
                  <a:extLst>
                    <a:ext uri="{FF2B5EF4-FFF2-40B4-BE49-F238E27FC236}">
                      <a16:creationId xmlns:a16="http://schemas.microsoft.com/office/drawing/2014/main" id="{2797D282-802D-40D1-B5B8-2A8B35DBE526}"/>
                    </a:ext>
                  </a:extLst>
                </p:cNvPr>
                <p:cNvSpPr/>
                <p:nvPr/>
              </p:nvSpPr>
              <p:spPr>
                <a:xfrm>
                  <a:off x="429724" y="2323108"/>
                  <a:ext cx="3024676" cy="354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2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E3C4E"/>
                    </a:buClr>
                    <a:buSzPts val="2200"/>
                    <a:buFont typeface="Host Grotesk"/>
                    <a:buNone/>
                  </a:pPr>
                  <a:r>
                    <a:rPr lang="en-US" b="1" i="0" u="none" strike="noStrike" cap="none" err="1">
                      <a:solidFill>
                        <a:srgbClr val="2E3C4E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Autenticazione</a:t>
                  </a:r>
                  <a:r>
                    <a:rPr lang="en-US" b="1" i="0" u="none" strike="noStrike" cap="none">
                      <a:solidFill>
                        <a:srgbClr val="2E3C4E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 &amp; </a:t>
                  </a:r>
                  <a:r>
                    <a:rPr lang="en-US" b="1" i="0" u="none" strike="noStrike" cap="none" err="1">
                      <a:solidFill>
                        <a:srgbClr val="2E3C4E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utente</a:t>
                  </a:r>
                  <a:endParaRPr b="1" i="0" u="none" strike="noStrike" cap="none">
                    <a:latin typeface="+mj-lt"/>
                  </a:endParaRPr>
                </a:p>
              </p:txBody>
            </p:sp>
            <p:sp>
              <p:nvSpPr>
                <p:cNvPr id="13" name="Google Shape;169;p20">
                  <a:extLst>
                    <a:ext uri="{FF2B5EF4-FFF2-40B4-BE49-F238E27FC236}">
                      <a16:creationId xmlns:a16="http://schemas.microsoft.com/office/drawing/2014/main" id="{A99F20EF-F89A-B5E7-A811-CE6BB885D113}"/>
                    </a:ext>
                  </a:extLst>
                </p:cNvPr>
                <p:cNvSpPr/>
                <p:nvPr/>
              </p:nvSpPr>
              <p:spPr>
                <a:xfrm>
                  <a:off x="429724" y="2904252"/>
                  <a:ext cx="3796612" cy="17403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342900" marR="0" lvl="0" indent="-34290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POST /</a:t>
                  </a:r>
                  <a:r>
                    <a:rPr lang="en-US" sz="1400" b="0" i="0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api</a:t>
                  </a: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/auth/register</a:t>
                  </a:r>
                  <a:endParaRPr sz="1400" b="0" i="0" u="none" strike="noStrike" cap="none"/>
                </a:p>
                <a:p>
                  <a:pPr marL="342900" marR="0" lvl="0" indent="-34290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POST /</a:t>
                  </a:r>
                  <a:r>
                    <a:rPr lang="en-US" sz="1400" b="0" i="0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api</a:t>
                  </a: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/auth/login</a:t>
                  </a:r>
                  <a:endParaRPr sz="1400" b="0" i="0" u="none" strike="noStrike" cap="none"/>
                </a:p>
                <a:p>
                  <a:pPr marL="342900" lvl="0" indent="-342900">
                    <a:lnSpc>
                      <a:spcPct val="151428"/>
                    </a:lnSpc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POST /</a:t>
                  </a:r>
                  <a:r>
                    <a:rPr lang="en-US" sz="1400" b="0" i="0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api</a:t>
                  </a: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/auth/logout</a:t>
                  </a:r>
                  <a:endParaRPr lang="en-US" sz="1400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endParaRPr>
                </a:p>
                <a:p>
                  <a:pPr marL="342900" lvl="0" indent="-342900">
                    <a:lnSpc>
                      <a:spcPct val="151428"/>
                    </a:lnSpc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it-IT" sz="1400">
                      <a:solidFill>
                        <a:srgbClr val="384653"/>
                      </a:solidFill>
                      <a:ea typeface="Roboto"/>
                      <a:cs typeface="Roboto"/>
                    </a:rPr>
                    <a:t>GET /api/user/</a:t>
                  </a:r>
                  <a:r>
                    <a:rPr lang="it-IT" sz="1400" err="1">
                      <a:solidFill>
                        <a:srgbClr val="384653"/>
                      </a:solidFill>
                      <a:ea typeface="Roboto"/>
                      <a:cs typeface="Roboto"/>
                    </a:rPr>
                    <a:t>profile</a:t>
                  </a:r>
                  <a:endParaRPr sz="1400">
                    <a:solidFill>
                      <a:srgbClr val="384653"/>
                    </a:solidFill>
                    <a:ea typeface="Roboto"/>
                    <a:cs typeface="Roboto"/>
                  </a:endParaRPr>
                </a:p>
              </p:txBody>
            </p:sp>
          </p:grpSp>
        </p:grpSp>
        <p:grpSp>
          <p:nvGrpSpPr>
            <p:cNvPr id="52" name="Gruppo 51">
              <a:extLst>
                <a:ext uri="{FF2B5EF4-FFF2-40B4-BE49-F238E27FC236}">
                  <a16:creationId xmlns:a16="http://schemas.microsoft.com/office/drawing/2014/main" id="{3AD45435-B630-5C5A-FB08-B39DD54B89A8}"/>
                </a:ext>
              </a:extLst>
            </p:cNvPr>
            <p:cNvGrpSpPr/>
            <p:nvPr/>
          </p:nvGrpSpPr>
          <p:grpSpPr>
            <a:xfrm>
              <a:off x="3349946" y="2574509"/>
              <a:ext cx="3545879" cy="2397188"/>
              <a:chOff x="3694333" y="2170750"/>
              <a:chExt cx="3545879" cy="2397188"/>
            </a:xfrm>
          </p:grpSpPr>
          <p:sp>
            <p:nvSpPr>
              <p:cNvPr id="5" name="Google Shape;67;p14">
                <a:extLst>
                  <a:ext uri="{FF2B5EF4-FFF2-40B4-BE49-F238E27FC236}">
                    <a16:creationId xmlns:a16="http://schemas.microsoft.com/office/drawing/2014/main" id="{9FAC651D-CB4E-08CC-8E6D-3E3F682A11DC}"/>
                  </a:ext>
                </a:extLst>
              </p:cNvPr>
              <p:cNvSpPr/>
              <p:nvPr/>
            </p:nvSpPr>
            <p:spPr>
              <a:xfrm>
                <a:off x="3694333" y="2170750"/>
                <a:ext cx="2798981" cy="2397188"/>
              </a:xfrm>
              <a:prstGeom prst="roundRect">
                <a:avLst>
                  <a:gd name="adj" fmla="val 4812"/>
                </a:avLst>
              </a:prstGeom>
              <a:solidFill>
                <a:srgbClr val="D9EDF2"/>
              </a:solidFill>
              <a:ln w="9525" cap="flat" cmpd="sng">
                <a:solidFill>
                  <a:srgbClr val="BFD3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ruppo 24">
                <a:extLst>
                  <a:ext uri="{FF2B5EF4-FFF2-40B4-BE49-F238E27FC236}">
                    <a16:creationId xmlns:a16="http://schemas.microsoft.com/office/drawing/2014/main" id="{BB615803-EABA-99F7-2DE9-709231B2662F}"/>
                  </a:ext>
                </a:extLst>
              </p:cNvPr>
              <p:cNvGrpSpPr/>
              <p:nvPr/>
            </p:nvGrpSpPr>
            <p:grpSpPr>
              <a:xfrm>
                <a:off x="3954784" y="2288622"/>
                <a:ext cx="3285428" cy="2157592"/>
                <a:chOff x="7235455" y="2323108"/>
                <a:chExt cx="3796613" cy="2157592"/>
              </a:xfrm>
            </p:grpSpPr>
            <p:sp>
              <p:nvSpPr>
                <p:cNvPr id="15" name="Google Shape;170;p20">
                  <a:extLst>
                    <a:ext uri="{FF2B5EF4-FFF2-40B4-BE49-F238E27FC236}">
                      <a16:creationId xmlns:a16="http://schemas.microsoft.com/office/drawing/2014/main" id="{E1A2EE74-41F4-6A5F-8886-E817C7FBE827}"/>
                    </a:ext>
                  </a:extLst>
                </p:cNvPr>
                <p:cNvSpPr/>
                <p:nvPr/>
              </p:nvSpPr>
              <p:spPr>
                <a:xfrm>
                  <a:off x="7235455" y="2323108"/>
                  <a:ext cx="2611278" cy="354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2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E3C4E"/>
                    </a:buClr>
                    <a:buSzPts val="2200"/>
                    <a:buFont typeface="Host Grotesk"/>
                    <a:buNone/>
                  </a:pPr>
                  <a:r>
                    <a:rPr lang="en-US" b="1" i="0" u="none" strike="noStrike" cap="none" err="1">
                      <a:solidFill>
                        <a:srgbClr val="2E3C4E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Gestione</a:t>
                  </a:r>
                  <a:r>
                    <a:rPr lang="en-US" b="1" i="0" u="none" strike="noStrike" cap="none">
                      <a:solidFill>
                        <a:srgbClr val="2E3C4E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 </a:t>
                  </a:r>
                  <a:r>
                    <a:rPr lang="en-US" b="1" err="1">
                      <a:solidFill>
                        <a:srgbClr val="2E3C4E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v</a:t>
                  </a:r>
                  <a:r>
                    <a:rPr lang="en-US" b="1" i="0" u="none" strike="noStrike" cap="none" err="1">
                      <a:solidFill>
                        <a:srgbClr val="2E3C4E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iaggi</a:t>
                  </a:r>
                  <a:endParaRPr b="1" i="0" u="none" strike="noStrike" cap="none">
                    <a:latin typeface="+mj-lt"/>
                  </a:endParaRPr>
                </a:p>
              </p:txBody>
            </p:sp>
            <p:sp>
              <p:nvSpPr>
                <p:cNvPr id="17" name="Google Shape;171;p20">
                  <a:extLst>
                    <a:ext uri="{FF2B5EF4-FFF2-40B4-BE49-F238E27FC236}">
                      <a16:creationId xmlns:a16="http://schemas.microsoft.com/office/drawing/2014/main" id="{B3742672-FD32-D046-05E8-1457A7647684}"/>
                    </a:ext>
                  </a:extLst>
                </p:cNvPr>
                <p:cNvSpPr/>
                <p:nvPr/>
              </p:nvSpPr>
              <p:spPr>
                <a:xfrm>
                  <a:off x="7235456" y="2904252"/>
                  <a:ext cx="3796612" cy="1576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342900" marR="0" lvl="0" indent="-34290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b="0" i="0" u="none" strike="noStrike" cap="none" dirty="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POST /</a:t>
                  </a:r>
                  <a:r>
                    <a:rPr lang="en-US" sz="1400" b="0" i="0" u="none" strike="noStrike" cap="none" dirty="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api</a:t>
                  </a:r>
                  <a:r>
                    <a:rPr lang="en-US" sz="1400" b="0" i="0" u="none" strike="noStrike" cap="none" dirty="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/trips</a:t>
                  </a:r>
                  <a:endParaRPr lang="it-IT" sz="1400" b="0" i="0" u="none" strike="noStrike" cap="none" dirty="0"/>
                </a:p>
                <a:p>
                  <a:pPr marL="342900" marR="0" lvl="0" indent="-34290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it-IT" sz="1400" b="0" i="0" u="none" strike="noStrike" cap="none" dirty="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PUT /api/trips/{id}</a:t>
                  </a:r>
                </a:p>
                <a:p>
                  <a:pPr marL="342900" marR="0" lvl="0" indent="-34290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it-IT" sz="1400" dirty="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GET /api/trips/{id}</a:t>
                  </a:r>
                  <a:endParaRPr lang="it-IT" sz="1400" b="0" i="0" u="none" strike="noStrike" cap="none" dirty="0"/>
                </a:p>
                <a:p>
                  <a:pPr marL="342900" marR="0" lvl="0" indent="-34290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b="0" i="0" u="none" strike="noStrike" cap="none" dirty="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DELETE /</a:t>
                  </a:r>
                  <a:r>
                    <a:rPr lang="en-US" sz="1400" b="0" i="0" u="none" strike="noStrike" cap="none" dirty="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api</a:t>
                  </a:r>
                  <a:r>
                    <a:rPr lang="en-US" sz="1400" b="0" i="0" u="none" strike="noStrike" cap="none" dirty="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/trips/{id} </a:t>
                  </a:r>
                  <a:endParaRPr lang="en-US" sz="1400" dirty="0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endParaRPr>
                </a:p>
                <a:p>
                  <a:pPr marL="342900" lvl="0" indent="-342900">
                    <a:lnSpc>
                      <a:spcPct val="151428"/>
                    </a:lnSpc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it-IT" sz="1400" dirty="0">
                      <a:solidFill>
                        <a:srgbClr val="384653"/>
                      </a:solidFill>
                      <a:ea typeface="Roboto"/>
                      <a:cs typeface="Roboto"/>
                    </a:rPr>
                    <a:t>GET /api/</a:t>
                  </a:r>
                  <a:r>
                    <a:rPr lang="it-IT" sz="1400" dirty="0" err="1">
                      <a:solidFill>
                        <a:srgbClr val="384653"/>
                      </a:solidFill>
                      <a:ea typeface="Roboto"/>
                      <a:cs typeface="Roboto"/>
                    </a:rPr>
                    <a:t>monuments</a:t>
                  </a:r>
                  <a:endParaRPr sz="1400" dirty="0">
                    <a:solidFill>
                      <a:srgbClr val="384653"/>
                    </a:solidFill>
                    <a:ea typeface="Roboto"/>
                    <a:cs typeface="Roboto"/>
                  </a:endParaRPr>
                </a:p>
              </p:txBody>
            </p:sp>
          </p:grpSp>
        </p:grpSp>
        <p:grpSp>
          <p:nvGrpSpPr>
            <p:cNvPr id="50" name="Gruppo 49">
              <a:extLst>
                <a:ext uri="{FF2B5EF4-FFF2-40B4-BE49-F238E27FC236}">
                  <a16:creationId xmlns:a16="http://schemas.microsoft.com/office/drawing/2014/main" id="{326EE972-BDF4-FB8A-DD34-88DBAAF81E9C}"/>
                </a:ext>
              </a:extLst>
            </p:cNvPr>
            <p:cNvGrpSpPr/>
            <p:nvPr/>
          </p:nvGrpSpPr>
          <p:grpSpPr>
            <a:xfrm>
              <a:off x="149401" y="4789414"/>
              <a:ext cx="3933778" cy="1426783"/>
              <a:chOff x="149401" y="4718164"/>
              <a:chExt cx="3933778" cy="1426783"/>
            </a:xfrm>
          </p:grpSpPr>
          <p:sp>
            <p:nvSpPr>
              <p:cNvPr id="4" name="Google Shape;67;p14">
                <a:extLst>
                  <a:ext uri="{FF2B5EF4-FFF2-40B4-BE49-F238E27FC236}">
                    <a16:creationId xmlns:a16="http://schemas.microsoft.com/office/drawing/2014/main" id="{235556A0-897C-C9D4-DD7D-3DAEF6323AA5}"/>
                  </a:ext>
                </a:extLst>
              </p:cNvPr>
              <p:cNvSpPr/>
              <p:nvPr/>
            </p:nvSpPr>
            <p:spPr>
              <a:xfrm>
                <a:off x="149401" y="4718164"/>
                <a:ext cx="3056937" cy="1100929"/>
              </a:xfrm>
              <a:prstGeom prst="roundRect">
                <a:avLst>
                  <a:gd name="adj" fmla="val 4812"/>
                </a:avLst>
              </a:prstGeom>
              <a:solidFill>
                <a:srgbClr val="D9EDF2"/>
              </a:solidFill>
              <a:ln w="9525" cap="flat" cmpd="sng">
                <a:solidFill>
                  <a:srgbClr val="BFD3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" name="Gruppo 26">
                <a:extLst>
                  <a:ext uri="{FF2B5EF4-FFF2-40B4-BE49-F238E27FC236}">
                    <a16:creationId xmlns:a16="http://schemas.microsoft.com/office/drawing/2014/main" id="{0EE67485-B5F2-5F03-8281-1118118A7B51}"/>
                  </a:ext>
                </a:extLst>
              </p:cNvPr>
              <p:cNvGrpSpPr/>
              <p:nvPr/>
            </p:nvGrpSpPr>
            <p:grpSpPr>
              <a:xfrm>
                <a:off x="409709" y="4804184"/>
                <a:ext cx="3673470" cy="1340763"/>
                <a:chOff x="429724" y="5121746"/>
                <a:chExt cx="3796612" cy="1340763"/>
              </a:xfrm>
            </p:grpSpPr>
            <p:sp>
              <p:nvSpPr>
                <p:cNvPr id="19" name="Google Shape;172;p20">
                  <a:extLst>
                    <a:ext uri="{FF2B5EF4-FFF2-40B4-BE49-F238E27FC236}">
                      <a16:creationId xmlns:a16="http://schemas.microsoft.com/office/drawing/2014/main" id="{86D37143-6CE6-6239-5A34-D52EED892C5E}"/>
                    </a:ext>
                  </a:extLst>
                </p:cNvPr>
                <p:cNvSpPr/>
                <p:nvPr/>
              </p:nvSpPr>
              <p:spPr>
                <a:xfrm>
                  <a:off x="429724" y="5121746"/>
                  <a:ext cx="3395710" cy="354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2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E3C4E"/>
                    </a:buClr>
                    <a:buSzPts val="2200"/>
                    <a:buFont typeface="Host Grotesk"/>
                    <a:buNone/>
                  </a:pPr>
                  <a:r>
                    <a:rPr lang="en-US" b="1" i="0" u="none" strike="noStrike" cap="none" err="1">
                      <a:solidFill>
                        <a:srgbClr val="2E3C4E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Ottimizzazione</a:t>
                  </a:r>
                  <a:endParaRPr b="1" i="0" u="none" strike="noStrike" cap="none">
                    <a:latin typeface="+mj-lt"/>
                  </a:endParaRPr>
                </a:p>
              </p:txBody>
            </p:sp>
            <p:sp>
              <p:nvSpPr>
                <p:cNvPr id="21" name="Google Shape;173;p20">
                  <a:extLst>
                    <a:ext uri="{FF2B5EF4-FFF2-40B4-BE49-F238E27FC236}">
                      <a16:creationId xmlns:a16="http://schemas.microsoft.com/office/drawing/2014/main" id="{EF7AB62D-36C1-C823-7D0C-D9C153B89EEC}"/>
                    </a:ext>
                  </a:extLst>
                </p:cNvPr>
                <p:cNvSpPr/>
                <p:nvPr/>
              </p:nvSpPr>
              <p:spPr>
                <a:xfrm>
                  <a:off x="429724" y="5702890"/>
                  <a:ext cx="3796612" cy="75961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342900" marR="0" lvl="0" indent="-34290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POST /</a:t>
                  </a:r>
                  <a:r>
                    <a:rPr lang="en-US" sz="1400" b="0" i="0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api</a:t>
                  </a: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/trips/{id}/optimize</a:t>
                  </a:r>
                  <a:endParaRPr sz="1400" b="0" i="0" u="none" strike="noStrike" cap="none"/>
                </a:p>
              </p:txBody>
            </p:sp>
          </p:grpSp>
        </p:grp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1A6B0A3A-A4FD-9072-72F6-D16130229465}"/>
              </a:ext>
            </a:extLst>
          </p:cNvPr>
          <p:cNvGrpSpPr/>
          <p:nvPr/>
        </p:nvGrpSpPr>
        <p:grpSpPr>
          <a:xfrm>
            <a:off x="6310313" y="2646202"/>
            <a:ext cx="5369639" cy="3600720"/>
            <a:chOff x="6310313" y="2646202"/>
            <a:chExt cx="5369639" cy="3600720"/>
          </a:xfrm>
        </p:grpSpPr>
        <p:pic>
          <p:nvPicPr>
            <p:cNvPr id="30" name="Immagine 29">
              <a:extLst>
                <a:ext uri="{FF2B5EF4-FFF2-40B4-BE49-F238E27FC236}">
                  <a16:creationId xmlns:a16="http://schemas.microsoft.com/office/drawing/2014/main" id="{D88C01B8-956D-6F9A-1CB6-00E7BECE0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0" r="8179" b="83790"/>
            <a:stretch>
              <a:fillRect/>
            </a:stretch>
          </p:blipFill>
          <p:spPr>
            <a:xfrm>
              <a:off x="6331666" y="4538993"/>
              <a:ext cx="5348286" cy="430631"/>
            </a:xfrm>
            <a:prstGeom prst="rect">
              <a:avLst/>
            </a:prstGeom>
          </p:spPr>
        </p:pic>
        <p:pic>
          <p:nvPicPr>
            <p:cNvPr id="36" name="Immagine 35">
              <a:extLst>
                <a:ext uri="{FF2B5EF4-FFF2-40B4-BE49-F238E27FC236}">
                  <a16:creationId xmlns:a16="http://schemas.microsoft.com/office/drawing/2014/main" id="{91348AFE-CD0D-79C7-DFA1-435F510FF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9" t="3441" r="8850" b="58923"/>
            <a:stretch>
              <a:fillRect/>
            </a:stretch>
          </p:blipFill>
          <p:spPr>
            <a:xfrm>
              <a:off x="6331665" y="5852369"/>
              <a:ext cx="5348286" cy="394553"/>
            </a:xfrm>
            <a:prstGeom prst="rect">
              <a:avLst/>
            </a:prstGeom>
          </p:spPr>
        </p:pic>
        <p:pic>
          <p:nvPicPr>
            <p:cNvPr id="38" name="Immagine 37">
              <a:extLst>
                <a:ext uri="{FF2B5EF4-FFF2-40B4-BE49-F238E27FC236}">
                  <a16:creationId xmlns:a16="http://schemas.microsoft.com/office/drawing/2014/main" id="{57D31090-7DBA-5C21-6796-5EDC5B45F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0" t="1791" r="8833" b="82922"/>
            <a:stretch>
              <a:fillRect/>
            </a:stretch>
          </p:blipFill>
          <p:spPr>
            <a:xfrm>
              <a:off x="6331666" y="3283066"/>
              <a:ext cx="5326934" cy="407453"/>
            </a:xfrm>
            <a:prstGeom prst="rect">
              <a:avLst/>
            </a:prstGeom>
          </p:spPr>
        </p:pic>
        <p:pic>
          <p:nvPicPr>
            <p:cNvPr id="40" name="Immagine 39">
              <a:extLst>
                <a:ext uri="{FF2B5EF4-FFF2-40B4-BE49-F238E27FC236}">
                  <a16:creationId xmlns:a16="http://schemas.microsoft.com/office/drawing/2014/main" id="{BA271C66-135F-A3AD-C818-898B17DF7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0" t="1881" r="8833" b="83839"/>
            <a:stretch>
              <a:fillRect/>
            </a:stretch>
          </p:blipFill>
          <p:spPr>
            <a:xfrm>
              <a:off x="6331665" y="2646202"/>
              <a:ext cx="5348285" cy="392767"/>
            </a:xfrm>
            <a:prstGeom prst="rect">
              <a:avLst/>
            </a:prstGeom>
          </p:spPr>
        </p:pic>
        <p:pic>
          <p:nvPicPr>
            <p:cNvPr id="44" name="Immagine 43">
              <a:extLst>
                <a:ext uri="{FF2B5EF4-FFF2-40B4-BE49-F238E27FC236}">
                  <a16:creationId xmlns:a16="http://schemas.microsoft.com/office/drawing/2014/main" id="{95BDAF99-E419-3FF3-D001-2480AA917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9" t="1273" r="8850" b="84810"/>
            <a:stretch>
              <a:fillRect/>
            </a:stretch>
          </p:blipFill>
          <p:spPr>
            <a:xfrm>
              <a:off x="6331665" y="5213721"/>
              <a:ext cx="5348286" cy="394553"/>
            </a:xfrm>
            <a:prstGeom prst="rect">
              <a:avLst/>
            </a:prstGeom>
          </p:spPr>
        </p:pic>
        <p:pic>
          <p:nvPicPr>
            <p:cNvPr id="47" name="Immagine 46">
              <a:extLst>
                <a:ext uri="{FF2B5EF4-FFF2-40B4-BE49-F238E27FC236}">
                  <a16:creationId xmlns:a16="http://schemas.microsoft.com/office/drawing/2014/main" id="{1F9D3C2E-DC69-5081-147F-1091D5A67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2" t="7130" r="9441"/>
            <a:stretch>
              <a:fillRect/>
            </a:stretch>
          </p:blipFill>
          <p:spPr>
            <a:xfrm>
              <a:off x="6310313" y="3934616"/>
              <a:ext cx="5348286" cy="360280"/>
            </a:xfrm>
            <a:prstGeom prst="rect">
              <a:avLst/>
            </a:prstGeom>
          </p:spPr>
        </p:pic>
      </p:grpSp>
      <p:sp>
        <p:nvSpPr>
          <p:cNvPr id="49" name="Google Shape;168;p20">
            <a:extLst>
              <a:ext uri="{FF2B5EF4-FFF2-40B4-BE49-F238E27FC236}">
                <a16:creationId xmlns:a16="http://schemas.microsoft.com/office/drawing/2014/main" id="{99B3BF79-91B0-749F-4570-24A919F3A6AA}"/>
              </a:ext>
            </a:extLst>
          </p:cNvPr>
          <p:cNvSpPr/>
          <p:nvPr/>
        </p:nvSpPr>
        <p:spPr>
          <a:xfrm>
            <a:off x="6753765" y="1839848"/>
            <a:ext cx="5288834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200"/>
              <a:buFont typeface="Host Grotesk"/>
              <a:buNone/>
            </a:pPr>
            <a:r>
              <a:rPr lang="en-US" sz="2200" b="1" i="0" u="none" strike="noStrike" cap="none">
                <a:solidFill>
                  <a:schemeClr val="accent2">
                    <a:lumMod val="75000"/>
                  </a:schemeClr>
                </a:solidFill>
                <a:latin typeface="+mj-lt"/>
                <a:ea typeface="Host Grotesk"/>
                <a:cs typeface="Host Grotesk"/>
                <a:sym typeface="Host Grotesk"/>
              </a:rPr>
              <a:t>Test delle API in Postman</a:t>
            </a:r>
            <a:endParaRPr sz="2200" b="1" i="0" u="none" strike="noStrike" cap="none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74029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8A67E-4DAA-C93C-7474-A5AFC9E3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454082-9205-36A5-434C-F0B21A779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C9521D-25A1-894B-C56B-BF1AF0F9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59151E-E55A-9643-4A71-049DF6204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15B67E-0FB0-8350-86E1-FE55FF6DF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09DEC3-B9BA-A6FA-560E-5DFDD6088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BC90C7A-DE03-5D48-31C6-25C3DFCC8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Risultato 1° iterazione: </a:t>
            </a:r>
            <a:r>
              <a:rPr lang="it-IT" sz="2800">
                <a:solidFill>
                  <a:srgbClr val="FFFFFF"/>
                </a:solidFill>
              </a:rPr>
              <a:t>login e registrazione</a:t>
            </a:r>
            <a:endParaRPr lang="it-IT" sz="4000">
              <a:solidFill>
                <a:srgbClr val="FFFFFF"/>
              </a:solidFill>
            </a:endParaRPr>
          </a:p>
        </p:txBody>
      </p: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C102DB26-9CB4-3FB7-F963-31EB7702EAF4}"/>
              </a:ext>
            </a:extLst>
          </p:cNvPr>
          <p:cNvGrpSpPr/>
          <p:nvPr/>
        </p:nvGrpSpPr>
        <p:grpSpPr>
          <a:xfrm>
            <a:off x="263393" y="2513313"/>
            <a:ext cx="11665214" cy="2821639"/>
            <a:chOff x="265101" y="2401633"/>
            <a:chExt cx="11665214" cy="2821639"/>
          </a:xfrm>
        </p:grpSpPr>
        <p:grpSp>
          <p:nvGrpSpPr>
            <p:cNvPr id="4" name="Group 2">
              <a:extLst>
                <a:ext uri="{FF2B5EF4-FFF2-40B4-BE49-F238E27FC236}">
                  <a16:creationId xmlns:a16="http://schemas.microsoft.com/office/drawing/2014/main" id="{FEF49DFA-54AD-3DF8-1261-29244AC18E9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357682" y="2455531"/>
              <a:ext cx="5572633" cy="2767741"/>
              <a:chOff x="0" y="0"/>
              <a:chExt cx="19050000" cy="9461500"/>
            </a:xfrm>
          </p:grpSpPr>
          <p:sp>
            <p:nvSpPr>
              <p:cNvPr id="5" name="Freeform 3">
                <a:extLst>
                  <a:ext uri="{FF2B5EF4-FFF2-40B4-BE49-F238E27FC236}">
                    <a16:creationId xmlns:a16="http://schemas.microsoft.com/office/drawing/2014/main" id="{23A712E5-F06B-20D3-FCBD-7ED233CBC55F}"/>
                  </a:ext>
                </a:extLst>
              </p:cNvPr>
              <p:cNvSpPr/>
              <p:nvPr/>
            </p:nvSpPr>
            <p:spPr>
              <a:xfrm>
                <a:off x="338074" y="404876"/>
                <a:ext cx="18373979" cy="8616823"/>
              </a:xfrm>
              <a:custGeom>
                <a:avLst/>
                <a:gdLst/>
                <a:ahLst/>
                <a:cxnLst/>
                <a:rect l="l" t="t" r="r" b="b"/>
                <a:pathLst>
                  <a:path w="18373979" h="8616823">
                    <a:moveTo>
                      <a:pt x="17339945" y="8616823"/>
                    </a:moveTo>
                    <a:lnTo>
                      <a:pt x="1033907" y="8616823"/>
                    </a:lnTo>
                    <a:cubicBezTo>
                      <a:pt x="462915" y="8616823"/>
                      <a:pt x="0" y="8153908"/>
                      <a:pt x="0" y="7582916"/>
                    </a:cubicBezTo>
                    <a:lnTo>
                      <a:pt x="0" y="1033907"/>
                    </a:lnTo>
                    <a:cubicBezTo>
                      <a:pt x="0" y="462915"/>
                      <a:pt x="462915" y="0"/>
                      <a:pt x="1033907" y="0"/>
                    </a:cubicBezTo>
                    <a:lnTo>
                      <a:pt x="17340072" y="0"/>
                    </a:lnTo>
                    <a:cubicBezTo>
                      <a:pt x="17911063" y="0"/>
                      <a:pt x="18373979" y="462915"/>
                      <a:pt x="18373979" y="1033907"/>
                    </a:cubicBezTo>
                    <a:lnTo>
                      <a:pt x="18373979" y="7582916"/>
                    </a:lnTo>
                    <a:cubicBezTo>
                      <a:pt x="18373852" y="8153908"/>
                      <a:pt x="17910938" y="8616823"/>
                      <a:pt x="17339945" y="8616823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t="-1176" b="-1176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6" name="Freeform 4">
                <a:extLst>
                  <a:ext uri="{FF2B5EF4-FFF2-40B4-BE49-F238E27FC236}">
                    <a16:creationId xmlns:a16="http://schemas.microsoft.com/office/drawing/2014/main" id="{B43C7E74-7D6E-FD85-FF18-137F54193958}"/>
                  </a:ext>
                </a:extLst>
              </p:cNvPr>
              <p:cNvSpPr/>
              <p:nvPr/>
            </p:nvSpPr>
            <p:spPr>
              <a:xfrm>
                <a:off x="0" y="0"/>
                <a:ext cx="19050000" cy="9461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0" h="94615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9461500"/>
                    </a:lnTo>
                    <a:lnTo>
                      <a:pt x="0" y="9461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1" r="-41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7" name="Group 2">
              <a:extLst>
                <a:ext uri="{FF2B5EF4-FFF2-40B4-BE49-F238E27FC236}">
                  <a16:creationId xmlns:a16="http://schemas.microsoft.com/office/drawing/2014/main" id="{CD98AF30-D0A4-68FB-F4DC-8E1D31D9275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5101" y="2401633"/>
              <a:ext cx="5572633" cy="2767741"/>
              <a:chOff x="0" y="0"/>
              <a:chExt cx="19050000" cy="9461500"/>
            </a:xfrm>
          </p:grpSpPr>
          <p:sp>
            <p:nvSpPr>
              <p:cNvPr id="9" name="Freeform 3">
                <a:extLst>
                  <a:ext uri="{FF2B5EF4-FFF2-40B4-BE49-F238E27FC236}">
                    <a16:creationId xmlns:a16="http://schemas.microsoft.com/office/drawing/2014/main" id="{0ACD5FAE-738C-C0DA-9206-87E8C2478E96}"/>
                  </a:ext>
                </a:extLst>
              </p:cNvPr>
              <p:cNvSpPr/>
              <p:nvPr/>
            </p:nvSpPr>
            <p:spPr>
              <a:xfrm>
                <a:off x="338074" y="404876"/>
                <a:ext cx="18373979" cy="8616823"/>
              </a:xfrm>
              <a:custGeom>
                <a:avLst/>
                <a:gdLst/>
                <a:ahLst/>
                <a:cxnLst/>
                <a:rect l="l" t="t" r="r" b="b"/>
                <a:pathLst>
                  <a:path w="18373979" h="8616823">
                    <a:moveTo>
                      <a:pt x="17339945" y="8616823"/>
                    </a:moveTo>
                    <a:lnTo>
                      <a:pt x="1033907" y="8616823"/>
                    </a:lnTo>
                    <a:cubicBezTo>
                      <a:pt x="462915" y="8616823"/>
                      <a:pt x="0" y="8153908"/>
                      <a:pt x="0" y="7582916"/>
                    </a:cubicBezTo>
                    <a:lnTo>
                      <a:pt x="0" y="1033907"/>
                    </a:lnTo>
                    <a:cubicBezTo>
                      <a:pt x="0" y="462915"/>
                      <a:pt x="462915" y="0"/>
                      <a:pt x="1033907" y="0"/>
                    </a:cubicBezTo>
                    <a:lnTo>
                      <a:pt x="17340072" y="0"/>
                    </a:lnTo>
                    <a:cubicBezTo>
                      <a:pt x="17911063" y="0"/>
                      <a:pt x="18373979" y="462915"/>
                      <a:pt x="18373979" y="1033907"/>
                    </a:cubicBezTo>
                    <a:lnTo>
                      <a:pt x="18373979" y="7582916"/>
                    </a:lnTo>
                    <a:cubicBezTo>
                      <a:pt x="18373852" y="8153908"/>
                      <a:pt x="17910938" y="8616823"/>
                      <a:pt x="17339945" y="8616823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t="-982" b="-982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" name="Freeform 4">
                <a:extLst>
                  <a:ext uri="{FF2B5EF4-FFF2-40B4-BE49-F238E27FC236}">
                    <a16:creationId xmlns:a16="http://schemas.microsoft.com/office/drawing/2014/main" id="{9EAF9E60-0D75-BB34-EE6D-727A26B8336D}"/>
                  </a:ext>
                </a:extLst>
              </p:cNvPr>
              <p:cNvSpPr/>
              <p:nvPr/>
            </p:nvSpPr>
            <p:spPr>
              <a:xfrm>
                <a:off x="0" y="0"/>
                <a:ext cx="19050000" cy="9461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0" h="94615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9461500"/>
                    </a:lnTo>
                    <a:lnTo>
                      <a:pt x="0" y="9461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1" r="-41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</p:grpSp>
      </p:grp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02113E2-5547-A4E7-D3C6-5273289F7CEA}"/>
              </a:ext>
            </a:extLst>
          </p:cNvPr>
          <p:cNvSpPr txBox="1"/>
          <p:nvPr/>
        </p:nvSpPr>
        <p:spPr>
          <a:xfrm>
            <a:off x="263393" y="5549314"/>
            <a:ext cx="5572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accent2">
                    <a:lumMod val="75000"/>
                  </a:schemeClr>
                </a:solidFill>
              </a:rPr>
              <a:t>Registrati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03016CF0-2199-62F5-C8E2-6A03A6AEAC43}"/>
              </a:ext>
            </a:extLst>
          </p:cNvPr>
          <p:cNvSpPr txBox="1"/>
          <p:nvPr/>
        </p:nvSpPr>
        <p:spPr>
          <a:xfrm>
            <a:off x="6355973" y="5549314"/>
            <a:ext cx="5572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accent2">
                    <a:lumMod val="75000"/>
                  </a:schemeClr>
                </a:solidFill>
              </a:rPr>
              <a:t>Accedi con il tuo utente</a:t>
            </a:r>
          </a:p>
        </p:txBody>
      </p:sp>
    </p:spTree>
    <p:extLst>
      <p:ext uri="{BB962C8B-B14F-4D97-AF65-F5344CB8AC3E}">
        <p14:creationId xmlns:p14="http://schemas.microsoft.com/office/powerpoint/2010/main" val="3155817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EC132-32BC-F56B-7986-AF274A54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9B048D-C49F-24F2-4E1C-A123F2613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5BB71A-455B-0A4C-1CA6-6173C2E66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2AC0B7-AB6C-CB84-67F9-1614E04F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82617B-D9A6-A3C2-16AD-5942807C9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0FF548-E000-651D-373A-C0E48436C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35941FB-B4E8-EF5B-45D7-17FB0C377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Risultato 1° iterazione: </a:t>
            </a:r>
            <a:r>
              <a:rPr lang="it-IT" sz="2800">
                <a:solidFill>
                  <a:srgbClr val="FFFFFF"/>
                </a:solidFill>
              </a:rPr>
              <a:t>homepage</a:t>
            </a:r>
            <a:endParaRPr lang="it-IT" sz="4000">
              <a:solidFill>
                <a:srgbClr val="FFFFFF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5436D2F-F4CA-D21C-84EC-B6AFEAA48B4B}"/>
              </a:ext>
            </a:extLst>
          </p:cNvPr>
          <p:cNvGrpSpPr>
            <a:grpSpLocks noChangeAspect="1"/>
          </p:cNvGrpSpPr>
          <p:nvPr/>
        </p:nvGrpSpPr>
        <p:grpSpPr>
          <a:xfrm>
            <a:off x="3309683" y="2506514"/>
            <a:ext cx="5572633" cy="2767741"/>
            <a:chOff x="0" y="0"/>
            <a:chExt cx="19050000" cy="9461500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1D009624-8269-40B8-DCC8-1777DE66D3C9}"/>
                </a:ext>
              </a:extLst>
            </p:cNvPr>
            <p:cNvSpPr/>
            <p:nvPr/>
          </p:nvSpPr>
          <p:spPr>
            <a:xfrm>
              <a:off x="338074" y="404876"/>
              <a:ext cx="18373979" cy="8616823"/>
            </a:xfrm>
            <a:custGeom>
              <a:avLst/>
              <a:gdLst/>
              <a:ahLst/>
              <a:cxnLst/>
              <a:rect l="l" t="t" r="r" b="b"/>
              <a:pathLst>
                <a:path w="18373979" h="8616823">
                  <a:moveTo>
                    <a:pt x="17339945" y="8616823"/>
                  </a:moveTo>
                  <a:lnTo>
                    <a:pt x="1033907" y="8616823"/>
                  </a:lnTo>
                  <a:cubicBezTo>
                    <a:pt x="462915" y="8616823"/>
                    <a:pt x="0" y="8153908"/>
                    <a:pt x="0" y="7582916"/>
                  </a:cubicBezTo>
                  <a:lnTo>
                    <a:pt x="0" y="1033907"/>
                  </a:lnTo>
                  <a:cubicBezTo>
                    <a:pt x="0" y="462915"/>
                    <a:pt x="462915" y="0"/>
                    <a:pt x="1033907" y="0"/>
                  </a:cubicBezTo>
                  <a:lnTo>
                    <a:pt x="17340072" y="0"/>
                  </a:lnTo>
                  <a:cubicBezTo>
                    <a:pt x="17911063" y="0"/>
                    <a:pt x="18373979" y="462915"/>
                    <a:pt x="18373979" y="1033907"/>
                  </a:cubicBezTo>
                  <a:lnTo>
                    <a:pt x="18373979" y="7582916"/>
                  </a:lnTo>
                  <a:cubicBezTo>
                    <a:pt x="18373852" y="8153908"/>
                    <a:pt x="17910938" y="8616823"/>
                    <a:pt x="17339945" y="8616823"/>
                  </a:cubicBezTo>
                  <a:close/>
                </a:path>
              </a:pathLst>
            </a:custGeom>
            <a:blipFill>
              <a:blip r:embed="rId2"/>
              <a:stretch>
                <a:fillRect t="-788" b="-788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88AA5FC9-5CA4-F210-1513-0B845E94452B}"/>
                </a:ext>
              </a:extLst>
            </p:cNvPr>
            <p:cNvSpPr/>
            <p:nvPr/>
          </p:nvSpPr>
          <p:spPr>
            <a:xfrm>
              <a:off x="0" y="0"/>
              <a:ext cx="19050000" cy="9461500"/>
            </a:xfrm>
            <a:custGeom>
              <a:avLst/>
              <a:gdLst/>
              <a:ahLst/>
              <a:cxnLst/>
              <a:rect l="l" t="t" r="r" b="b"/>
              <a:pathLst>
                <a:path w="19050000" h="9461500">
                  <a:moveTo>
                    <a:pt x="0" y="0"/>
                  </a:moveTo>
                  <a:lnTo>
                    <a:pt x="19050000" y="0"/>
                  </a:lnTo>
                  <a:lnTo>
                    <a:pt x="19050000" y="9461500"/>
                  </a:lnTo>
                  <a:lnTo>
                    <a:pt x="0" y="946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1" r="-4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A387B33C-ADAD-EB41-A8D3-E135D1C021A6}"/>
              </a:ext>
            </a:extLst>
          </p:cNvPr>
          <p:cNvSpPr txBox="1"/>
          <p:nvPr/>
        </p:nvSpPr>
        <p:spPr>
          <a:xfrm>
            <a:off x="3309683" y="5465553"/>
            <a:ext cx="5572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accent2">
                    <a:lumMod val="75000"/>
                  </a:schemeClr>
                </a:solidFill>
              </a:rPr>
              <a:t>Scegli la città da visitare</a:t>
            </a:r>
          </a:p>
        </p:txBody>
      </p:sp>
    </p:spTree>
    <p:extLst>
      <p:ext uri="{BB962C8B-B14F-4D97-AF65-F5344CB8AC3E}">
        <p14:creationId xmlns:p14="http://schemas.microsoft.com/office/powerpoint/2010/main" val="1007388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-12700"/>
            <a:ext cx="12192000" cy="1590745"/>
            <a:chOff x="0" y="0"/>
            <a:chExt cx="24384000" cy="31814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181477"/>
            </a:xfrm>
            <a:custGeom>
              <a:avLst/>
              <a:gdLst/>
              <a:ahLst/>
              <a:cxnLst/>
              <a:rect l="l" t="t" r="r" b="b"/>
              <a:pathLst>
                <a:path w="24384000" h="3181477">
                  <a:moveTo>
                    <a:pt x="24384000" y="0"/>
                  </a:moveTo>
                  <a:lnTo>
                    <a:pt x="0" y="0"/>
                  </a:lnTo>
                  <a:lnTo>
                    <a:pt x="0" y="3181477"/>
                  </a:lnTo>
                  <a:lnTo>
                    <a:pt x="24384000" y="318147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104862">
                    <a:alpha val="100000"/>
                  </a:srgbClr>
                </a:gs>
              </a:gsLst>
              <a:lin ang="8400000"/>
            </a:gradFill>
          </p:spPr>
          <p:txBody>
            <a:bodyPr/>
            <a:lstStyle/>
            <a:p>
              <a:endParaRPr lang="it-IT" sz="1200"/>
            </a:p>
          </p:txBody>
        </p:sp>
      </p:grpSp>
      <p:grpSp>
        <p:nvGrpSpPr>
          <p:cNvPr id="4" name="Group 4"/>
          <p:cNvGrpSpPr/>
          <p:nvPr/>
        </p:nvGrpSpPr>
        <p:grpSpPr>
          <a:xfrm rot="-10800000">
            <a:off x="-3" y="0"/>
            <a:ext cx="8115307" cy="1590745"/>
            <a:chOff x="0" y="0"/>
            <a:chExt cx="16230613" cy="31814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30600" cy="3181477"/>
            </a:xfrm>
            <a:custGeom>
              <a:avLst/>
              <a:gdLst/>
              <a:ahLst/>
              <a:cxnLst/>
              <a:rect l="l" t="t" r="r" b="b"/>
              <a:pathLst>
                <a:path w="16230600" h="3181477">
                  <a:moveTo>
                    <a:pt x="16230600" y="0"/>
                  </a:moveTo>
                  <a:lnTo>
                    <a:pt x="0" y="0"/>
                  </a:lnTo>
                  <a:lnTo>
                    <a:pt x="0" y="3181477"/>
                  </a:lnTo>
                  <a:lnTo>
                    <a:pt x="16230600" y="3181477"/>
                  </a:lnTo>
                  <a:close/>
                </a:path>
              </a:pathLst>
            </a:custGeom>
            <a:gradFill rotWithShape="1">
              <a:gsLst>
                <a:gs pos="20000">
                  <a:srgbClr val="156082">
                    <a:alpha val="0"/>
                  </a:srgbClr>
                </a:gs>
                <a:gs pos="100000">
                  <a:srgbClr val="0B3041">
                    <a:alpha val="55000"/>
                  </a:srgbClr>
                </a:gs>
              </a:gsLst>
              <a:lin ang="3000000"/>
            </a:gradFill>
          </p:spPr>
          <p:txBody>
            <a:bodyPr/>
            <a:lstStyle/>
            <a:p>
              <a:endParaRPr lang="it-IT"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15300" y="-12700"/>
            <a:ext cx="4076700" cy="1590745"/>
            <a:chOff x="0" y="0"/>
            <a:chExt cx="8153400" cy="31814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53400" cy="3181477"/>
            </a:xfrm>
            <a:custGeom>
              <a:avLst/>
              <a:gdLst/>
              <a:ahLst/>
              <a:cxnLst/>
              <a:rect l="l" t="t" r="r" b="b"/>
              <a:pathLst>
                <a:path w="8153400" h="3181477">
                  <a:moveTo>
                    <a:pt x="8153400" y="0"/>
                  </a:moveTo>
                  <a:lnTo>
                    <a:pt x="0" y="0"/>
                  </a:lnTo>
                  <a:lnTo>
                    <a:pt x="0" y="3181477"/>
                  </a:lnTo>
                  <a:lnTo>
                    <a:pt x="8153400" y="3181477"/>
                  </a:lnTo>
                  <a:close/>
                </a:path>
              </a:pathLst>
            </a:custGeom>
            <a:gradFill rotWithShape="1">
              <a:gsLst>
                <a:gs pos="0">
                  <a:srgbClr val="156082">
                    <a:alpha val="66000"/>
                  </a:srgbClr>
                </a:gs>
                <a:gs pos="100000">
                  <a:srgbClr val="000000">
                    <a:alpha val="30000"/>
                  </a:srgbClr>
                </a:gs>
              </a:gsLst>
              <a:lin ang="13200000"/>
            </a:gradFill>
          </p:spPr>
          <p:txBody>
            <a:bodyPr/>
            <a:lstStyle/>
            <a:p>
              <a:endParaRPr lang="it-IT"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9353" y="-12700"/>
            <a:ext cx="11732647" cy="1597431"/>
            <a:chOff x="0" y="0"/>
            <a:chExt cx="23465295" cy="31948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465282" cy="3194812"/>
            </a:xfrm>
            <a:custGeom>
              <a:avLst/>
              <a:gdLst/>
              <a:ahLst/>
              <a:cxnLst/>
              <a:rect l="l" t="t" r="r" b="b"/>
              <a:pathLst>
                <a:path w="23465282" h="3194812">
                  <a:moveTo>
                    <a:pt x="0" y="0"/>
                  </a:moveTo>
                  <a:lnTo>
                    <a:pt x="23465282" y="0"/>
                  </a:lnTo>
                  <a:lnTo>
                    <a:pt x="23465282" y="3194812"/>
                  </a:lnTo>
                  <a:lnTo>
                    <a:pt x="0" y="3194812"/>
                  </a:lnTo>
                  <a:close/>
                </a:path>
              </a:pathLst>
            </a:custGeom>
            <a:gradFill rotWithShape="1">
              <a:gsLst>
                <a:gs pos="50000">
                  <a:srgbClr val="000000">
                    <a:alpha val="0"/>
                  </a:srgbClr>
                </a:gs>
                <a:gs pos="99000">
                  <a:srgbClr val="0B3041">
                    <a:alpha val="52000"/>
                  </a:srgbClr>
                </a:gs>
              </a:gsLst>
              <a:lin ang="16800000"/>
            </a:gradFill>
          </p:spPr>
          <p:txBody>
            <a:bodyPr/>
            <a:lstStyle/>
            <a:p>
              <a:endParaRPr lang="it-IT" sz="12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1600" y="294539"/>
            <a:ext cx="9895951" cy="1033669"/>
            <a:chOff x="0" y="0"/>
            <a:chExt cx="19791902" cy="20673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791902" cy="2067332"/>
            </a:xfrm>
            <a:custGeom>
              <a:avLst/>
              <a:gdLst/>
              <a:ahLst/>
              <a:cxnLst/>
              <a:rect l="l" t="t" r="r" b="b"/>
              <a:pathLst>
                <a:path w="19791902" h="2067332">
                  <a:moveTo>
                    <a:pt x="0" y="0"/>
                  </a:moveTo>
                  <a:lnTo>
                    <a:pt x="19791902" y="0"/>
                  </a:lnTo>
                  <a:lnTo>
                    <a:pt x="19791902" y="2067332"/>
                  </a:lnTo>
                  <a:lnTo>
                    <a:pt x="0" y="20673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542" b="-136543"/>
              </a:stretch>
            </a:blipFill>
          </p:spPr>
          <p:txBody>
            <a:bodyPr/>
            <a:lstStyle/>
            <a:p>
              <a:endParaRPr lang="it-IT" sz="12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7625"/>
              <a:ext cx="19791896" cy="20197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013"/>
                </a:lnSpc>
              </a:pPr>
              <a:r>
                <a:rPr lang="en-US" sz="2790" err="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Risultato</a:t>
              </a:r>
              <a:r>
                <a:rPr lang="en-US" sz="279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 1° </a:t>
              </a:r>
              <a:r>
                <a:rPr lang="en-US" sz="2790" err="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iterazione</a:t>
              </a:r>
              <a:r>
                <a:rPr lang="en-US" sz="279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: </a:t>
              </a:r>
              <a:r>
                <a:rPr lang="en-US" sz="2790" err="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creazione</a:t>
              </a:r>
              <a:r>
                <a:rPr lang="en-US" sz="279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790" err="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itinerario</a:t>
              </a:r>
              <a:endParaRPr lang="en-US" sz="279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48" name="Gruppo 47">
            <a:extLst>
              <a:ext uri="{FF2B5EF4-FFF2-40B4-BE49-F238E27FC236}">
                <a16:creationId xmlns:a16="http://schemas.microsoft.com/office/drawing/2014/main" id="{9E1A0400-B4B2-20BF-E47F-15FA305262A0}"/>
              </a:ext>
            </a:extLst>
          </p:cNvPr>
          <p:cNvGrpSpPr/>
          <p:nvPr/>
        </p:nvGrpSpPr>
        <p:grpSpPr>
          <a:xfrm>
            <a:off x="179130" y="1813941"/>
            <a:ext cx="11833734" cy="4853807"/>
            <a:chOff x="104513" y="1813941"/>
            <a:chExt cx="11833734" cy="4853807"/>
          </a:xfrm>
        </p:grpSpPr>
        <p:grpSp>
          <p:nvGrpSpPr>
            <p:cNvPr id="13" name="Group 13"/>
            <p:cNvGrpSpPr/>
            <p:nvPr/>
          </p:nvGrpSpPr>
          <p:grpSpPr>
            <a:xfrm>
              <a:off x="1617749" y="1892783"/>
              <a:ext cx="3577971" cy="1677988"/>
              <a:chOff x="0" y="0"/>
              <a:chExt cx="7155942" cy="33559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7155942" cy="3355975"/>
              </a:xfrm>
              <a:custGeom>
                <a:avLst/>
                <a:gdLst/>
                <a:ahLst/>
                <a:cxnLst/>
                <a:rect l="l" t="t" r="r" b="b"/>
                <a:pathLst>
                  <a:path w="7155942" h="3355975">
                    <a:moveTo>
                      <a:pt x="6753225" y="3355975"/>
                    </a:moveTo>
                    <a:lnTo>
                      <a:pt x="402717" y="3355975"/>
                    </a:lnTo>
                    <a:cubicBezTo>
                      <a:pt x="180340" y="3355975"/>
                      <a:pt x="0" y="3175635"/>
                      <a:pt x="0" y="2953258"/>
                    </a:cubicBezTo>
                    <a:lnTo>
                      <a:pt x="0" y="402717"/>
                    </a:lnTo>
                    <a:cubicBezTo>
                      <a:pt x="0" y="180340"/>
                      <a:pt x="180340" y="0"/>
                      <a:pt x="402717" y="0"/>
                    </a:cubicBezTo>
                    <a:lnTo>
                      <a:pt x="6753225" y="0"/>
                    </a:lnTo>
                    <a:cubicBezTo>
                      <a:pt x="6975602" y="0"/>
                      <a:pt x="7155942" y="180340"/>
                      <a:pt x="7155942" y="402717"/>
                    </a:cubicBezTo>
                    <a:lnTo>
                      <a:pt x="7155942" y="2953258"/>
                    </a:lnTo>
                    <a:cubicBezTo>
                      <a:pt x="7155942" y="3175635"/>
                      <a:pt x="6975602" y="3355975"/>
                      <a:pt x="6753225" y="335597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483" r="-483" b="1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551918" y="1813941"/>
              <a:ext cx="3709607" cy="1842453"/>
              <a:chOff x="0" y="0"/>
              <a:chExt cx="7419213" cy="368490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419213" cy="3684905"/>
              </a:xfrm>
              <a:custGeom>
                <a:avLst/>
                <a:gdLst/>
                <a:ahLst/>
                <a:cxnLst/>
                <a:rect l="l" t="t" r="r" b="b"/>
                <a:pathLst>
                  <a:path w="7419213" h="3684905">
                    <a:moveTo>
                      <a:pt x="0" y="0"/>
                    </a:moveTo>
                    <a:lnTo>
                      <a:pt x="7419213" y="0"/>
                    </a:lnTo>
                    <a:lnTo>
                      <a:pt x="7419213" y="3684905"/>
                    </a:lnTo>
                    <a:lnTo>
                      <a:pt x="0" y="368490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37" b="-36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909743" y="1893082"/>
              <a:ext cx="3591432" cy="1684273"/>
              <a:chOff x="0" y="0"/>
              <a:chExt cx="7182866" cy="336854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182866" cy="3368548"/>
              </a:xfrm>
              <a:custGeom>
                <a:avLst/>
                <a:gdLst/>
                <a:ahLst/>
                <a:cxnLst/>
                <a:rect l="l" t="t" r="r" b="b"/>
                <a:pathLst>
                  <a:path w="7182866" h="3368548">
                    <a:moveTo>
                      <a:pt x="6778625" y="3368548"/>
                    </a:moveTo>
                    <a:lnTo>
                      <a:pt x="404241" y="3368548"/>
                    </a:lnTo>
                    <a:cubicBezTo>
                      <a:pt x="180975" y="3368548"/>
                      <a:pt x="0" y="3187573"/>
                      <a:pt x="0" y="2964307"/>
                    </a:cubicBezTo>
                    <a:lnTo>
                      <a:pt x="0" y="404241"/>
                    </a:lnTo>
                    <a:cubicBezTo>
                      <a:pt x="0" y="180975"/>
                      <a:pt x="180975" y="0"/>
                      <a:pt x="404241" y="0"/>
                    </a:cubicBezTo>
                    <a:lnTo>
                      <a:pt x="6778625" y="0"/>
                    </a:lnTo>
                    <a:cubicBezTo>
                      <a:pt x="7001891" y="0"/>
                      <a:pt x="7182866" y="180975"/>
                      <a:pt x="7182866" y="404241"/>
                    </a:cubicBezTo>
                    <a:lnTo>
                      <a:pt x="7182866" y="2964307"/>
                    </a:lnTo>
                    <a:cubicBezTo>
                      <a:pt x="7182866" y="3187573"/>
                      <a:pt x="7001891" y="3368548"/>
                      <a:pt x="6778625" y="3368548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t="-1407" b="-1406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6843659" y="1813941"/>
              <a:ext cx="3723577" cy="1849373"/>
              <a:chOff x="0" y="0"/>
              <a:chExt cx="7447153" cy="36987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7447153" cy="3698748"/>
              </a:xfrm>
              <a:custGeom>
                <a:avLst/>
                <a:gdLst/>
                <a:ahLst/>
                <a:cxnLst/>
                <a:rect l="l" t="t" r="r" b="b"/>
                <a:pathLst>
                  <a:path w="7447153" h="3698748">
                    <a:moveTo>
                      <a:pt x="0" y="0"/>
                    </a:moveTo>
                    <a:lnTo>
                      <a:pt x="7447153" y="0"/>
                    </a:lnTo>
                    <a:lnTo>
                      <a:pt x="7447153" y="3698748"/>
                    </a:lnTo>
                    <a:lnTo>
                      <a:pt x="0" y="369874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37" b="-36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302471" y="4573829"/>
              <a:ext cx="3577971" cy="1677988"/>
              <a:chOff x="0" y="0"/>
              <a:chExt cx="7155942" cy="33559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155942" cy="3355975"/>
              </a:xfrm>
              <a:custGeom>
                <a:avLst/>
                <a:gdLst/>
                <a:ahLst/>
                <a:cxnLst/>
                <a:rect l="l" t="t" r="r" b="b"/>
                <a:pathLst>
                  <a:path w="7155942" h="3355975">
                    <a:moveTo>
                      <a:pt x="6753225" y="3355975"/>
                    </a:moveTo>
                    <a:lnTo>
                      <a:pt x="402717" y="3355975"/>
                    </a:lnTo>
                    <a:cubicBezTo>
                      <a:pt x="180340" y="3355975"/>
                      <a:pt x="0" y="3175635"/>
                      <a:pt x="0" y="2953258"/>
                    </a:cubicBezTo>
                    <a:lnTo>
                      <a:pt x="0" y="402717"/>
                    </a:lnTo>
                    <a:cubicBezTo>
                      <a:pt x="0" y="180340"/>
                      <a:pt x="180340" y="0"/>
                      <a:pt x="402717" y="0"/>
                    </a:cubicBezTo>
                    <a:lnTo>
                      <a:pt x="6753225" y="0"/>
                    </a:lnTo>
                    <a:cubicBezTo>
                      <a:pt x="6975602" y="0"/>
                      <a:pt x="7155942" y="180340"/>
                      <a:pt x="7155942" y="402717"/>
                    </a:cubicBezTo>
                    <a:lnTo>
                      <a:pt x="7155942" y="2953258"/>
                    </a:lnTo>
                    <a:cubicBezTo>
                      <a:pt x="7155942" y="3175635"/>
                      <a:pt x="6975602" y="3355975"/>
                      <a:pt x="6753225" y="3355975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t="-813" b="-811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228640" y="4468381"/>
              <a:ext cx="3709607" cy="1842453"/>
              <a:chOff x="0" y="0"/>
              <a:chExt cx="7419213" cy="368490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7419213" cy="3684905"/>
              </a:xfrm>
              <a:custGeom>
                <a:avLst/>
                <a:gdLst/>
                <a:ahLst/>
                <a:cxnLst/>
                <a:rect l="l" t="t" r="r" b="b"/>
                <a:pathLst>
                  <a:path w="7419213" h="3684905">
                    <a:moveTo>
                      <a:pt x="0" y="0"/>
                    </a:moveTo>
                    <a:lnTo>
                      <a:pt x="7419213" y="0"/>
                    </a:lnTo>
                    <a:lnTo>
                      <a:pt x="7419213" y="3684905"/>
                    </a:lnTo>
                    <a:lnTo>
                      <a:pt x="0" y="368490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37" b="-36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187609" y="4548359"/>
              <a:ext cx="3629597" cy="1702181"/>
              <a:chOff x="0" y="0"/>
              <a:chExt cx="7259193" cy="340436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7259193" cy="3404362"/>
              </a:xfrm>
              <a:custGeom>
                <a:avLst/>
                <a:gdLst/>
                <a:ahLst/>
                <a:cxnLst/>
                <a:rect l="l" t="t" r="r" b="b"/>
                <a:pathLst>
                  <a:path w="7259193" h="3404362">
                    <a:moveTo>
                      <a:pt x="6850761" y="3404362"/>
                    </a:moveTo>
                    <a:lnTo>
                      <a:pt x="408432" y="3404362"/>
                    </a:lnTo>
                    <a:cubicBezTo>
                      <a:pt x="182880" y="3404362"/>
                      <a:pt x="0" y="3221482"/>
                      <a:pt x="0" y="2995930"/>
                    </a:cubicBezTo>
                    <a:lnTo>
                      <a:pt x="0" y="408432"/>
                    </a:lnTo>
                    <a:cubicBezTo>
                      <a:pt x="0" y="182880"/>
                      <a:pt x="182880" y="0"/>
                      <a:pt x="408432" y="0"/>
                    </a:cubicBezTo>
                    <a:lnTo>
                      <a:pt x="6850761" y="0"/>
                    </a:lnTo>
                    <a:cubicBezTo>
                      <a:pt x="7076313" y="0"/>
                      <a:pt x="7259193" y="182880"/>
                      <a:pt x="7259193" y="408432"/>
                    </a:cubicBezTo>
                    <a:lnTo>
                      <a:pt x="7259193" y="2995930"/>
                    </a:lnTo>
                    <a:cubicBezTo>
                      <a:pt x="7259193" y="3221482"/>
                      <a:pt x="7076313" y="3404362"/>
                      <a:pt x="6850634" y="3404362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t="-1266" r="-1" b="-1266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120827" y="4468381"/>
              <a:ext cx="3763201" cy="1869059"/>
              <a:chOff x="0" y="0"/>
              <a:chExt cx="7526401" cy="373811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7526401" cy="3738118"/>
              </a:xfrm>
              <a:custGeom>
                <a:avLst/>
                <a:gdLst/>
                <a:ahLst/>
                <a:cxnLst/>
                <a:rect l="l" t="t" r="r" b="b"/>
                <a:pathLst>
                  <a:path w="7526401" h="3738118">
                    <a:moveTo>
                      <a:pt x="0" y="0"/>
                    </a:moveTo>
                    <a:lnTo>
                      <a:pt x="7526401" y="0"/>
                    </a:lnTo>
                    <a:lnTo>
                      <a:pt x="7526401" y="3738118"/>
                    </a:lnTo>
                    <a:lnTo>
                      <a:pt x="0" y="373811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37" b="-36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612878" y="3771938"/>
              <a:ext cx="3587693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9"/>
                </a:lnSpc>
              </a:pPr>
              <a:r>
                <a:rPr lang="en-US" sz="1600" err="1">
                  <a:solidFill>
                    <a:srgbClr val="C04F15"/>
                  </a:solidFill>
                  <a:latin typeface="Aptos"/>
                  <a:ea typeface="Aptos"/>
                  <a:cs typeface="Aptos"/>
                  <a:sym typeface="Aptos"/>
                </a:rPr>
                <a:t>Scegli</a:t>
              </a:r>
              <a:r>
                <a:rPr lang="en-US" sz="1600">
                  <a:solidFill>
                    <a:srgbClr val="C04F15"/>
                  </a:solidFill>
                  <a:latin typeface="Aptos"/>
                  <a:ea typeface="Aptos"/>
                  <a:cs typeface="Aptos"/>
                  <a:sym typeface="Aptos"/>
                </a:rPr>
                <a:t> un punto di interesse da </a:t>
              </a:r>
              <a:r>
                <a:rPr lang="en-US" sz="1600" err="1">
                  <a:solidFill>
                    <a:srgbClr val="C04F15"/>
                  </a:solidFill>
                  <a:latin typeface="Aptos"/>
                  <a:ea typeface="Aptos"/>
                  <a:cs typeface="Aptos"/>
                  <a:sym typeface="Aptos"/>
                </a:rPr>
                <a:t>visitare</a:t>
              </a:r>
              <a:endParaRPr lang="en-US" sz="1600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04619" y="3771938"/>
              <a:ext cx="3601631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9"/>
                </a:lnSpc>
              </a:pPr>
              <a:r>
                <a:rPr lang="en-US" sz="1600">
                  <a:solidFill>
                    <a:srgbClr val="C04F15"/>
                  </a:solidFill>
                  <a:latin typeface="Aptos"/>
                  <a:ea typeface="Aptos"/>
                  <a:cs typeface="Aptos"/>
                  <a:sym typeface="Aptos"/>
                </a:rPr>
                <a:t>Imposta il tempo di visita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97595" y="6424092"/>
              <a:ext cx="3587693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9"/>
                </a:lnSpc>
              </a:pPr>
              <a:r>
                <a:rPr lang="en-US" sz="1600" err="1">
                  <a:solidFill>
                    <a:srgbClr val="C04F15"/>
                  </a:solidFill>
                  <a:latin typeface="Aptos"/>
                  <a:ea typeface="Aptos"/>
                  <a:cs typeface="Aptos"/>
                  <a:sym typeface="Aptos"/>
                </a:rPr>
                <a:t>Aggiungi</a:t>
              </a:r>
              <a:r>
                <a:rPr lang="en-US" sz="1600">
                  <a:solidFill>
                    <a:srgbClr val="C04F15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1600" err="1">
                  <a:solidFill>
                    <a:srgbClr val="C04F15"/>
                  </a:solidFill>
                  <a:latin typeface="Aptos"/>
                  <a:ea typeface="Aptos"/>
                  <a:cs typeface="Aptos"/>
                  <a:sym typeface="Aptos"/>
                </a:rPr>
                <a:t>altri</a:t>
              </a:r>
              <a:r>
                <a:rPr lang="en-US" sz="1600">
                  <a:solidFill>
                    <a:srgbClr val="C04F15"/>
                  </a:solidFill>
                  <a:latin typeface="Aptos"/>
                  <a:ea typeface="Aptos"/>
                  <a:cs typeface="Aptos"/>
                  <a:sym typeface="Aptos"/>
                </a:rPr>
                <a:t> POI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81786" y="6424092"/>
              <a:ext cx="3614471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9"/>
                </a:lnSpc>
              </a:pPr>
              <a:r>
                <a:rPr lang="en-US" sz="1600">
                  <a:solidFill>
                    <a:srgbClr val="C04F15"/>
                  </a:solidFill>
                  <a:latin typeface="Aptos"/>
                  <a:ea typeface="Aptos"/>
                  <a:cs typeface="Aptos"/>
                  <a:sym typeface="Aptos"/>
                </a:rPr>
                <a:t>Crea il tuo percorso ottimizzato</a:t>
              </a:r>
            </a:p>
          </p:txBody>
        </p:sp>
        <p:sp>
          <p:nvSpPr>
            <p:cNvPr id="34" name="AutoShape 34"/>
            <p:cNvSpPr/>
            <p:nvPr/>
          </p:nvSpPr>
          <p:spPr>
            <a:xfrm>
              <a:off x="5332640" y="2731761"/>
              <a:ext cx="1401761" cy="0"/>
            </a:xfrm>
            <a:prstGeom prst="line">
              <a:avLst/>
            </a:prstGeom>
            <a:ln w="38100" cap="flat">
              <a:solidFill>
                <a:srgbClr val="C04F15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 sz="12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7903052" y="5389601"/>
              <a:ext cx="287651" cy="0"/>
            </a:xfrm>
            <a:prstGeom prst="line">
              <a:avLst/>
            </a:prstGeom>
            <a:ln w="38100" cap="flat">
              <a:solidFill>
                <a:srgbClr val="C04F15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endParaRPr lang="it-IT" sz="12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3814126" y="5376901"/>
              <a:ext cx="287651" cy="0"/>
            </a:xfrm>
            <a:prstGeom prst="line">
              <a:avLst/>
            </a:prstGeom>
            <a:ln w="38100" cap="flat">
              <a:solidFill>
                <a:srgbClr val="C04F15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endParaRPr lang="it-IT" sz="1200"/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170343" y="4534522"/>
              <a:ext cx="3577971" cy="1677988"/>
              <a:chOff x="0" y="0"/>
              <a:chExt cx="7155942" cy="33559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7155942" cy="3355975"/>
              </a:xfrm>
              <a:custGeom>
                <a:avLst/>
                <a:gdLst/>
                <a:ahLst/>
                <a:cxnLst/>
                <a:rect l="l" t="t" r="r" b="b"/>
                <a:pathLst>
                  <a:path w="7155942" h="3355975">
                    <a:moveTo>
                      <a:pt x="6753225" y="3355975"/>
                    </a:moveTo>
                    <a:lnTo>
                      <a:pt x="402717" y="3355975"/>
                    </a:lnTo>
                    <a:cubicBezTo>
                      <a:pt x="180340" y="3355975"/>
                      <a:pt x="0" y="3175635"/>
                      <a:pt x="0" y="2953258"/>
                    </a:cubicBezTo>
                    <a:lnTo>
                      <a:pt x="0" y="402717"/>
                    </a:lnTo>
                    <a:cubicBezTo>
                      <a:pt x="0" y="180340"/>
                      <a:pt x="180340" y="0"/>
                      <a:pt x="402717" y="0"/>
                    </a:cubicBezTo>
                    <a:lnTo>
                      <a:pt x="6753225" y="0"/>
                    </a:lnTo>
                    <a:cubicBezTo>
                      <a:pt x="6975602" y="0"/>
                      <a:pt x="7155942" y="180340"/>
                      <a:pt x="7155942" y="402717"/>
                    </a:cubicBezTo>
                    <a:lnTo>
                      <a:pt x="7155942" y="2953258"/>
                    </a:lnTo>
                    <a:cubicBezTo>
                      <a:pt x="7155942" y="3175635"/>
                      <a:pt x="6975602" y="3355975"/>
                      <a:pt x="6753225" y="3355975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t="-926" b="-924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04513" y="4455681"/>
              <a:ext cx="3709607" cy="1842453"/>
              <a:chOff x="0" y="0"/>
              <a:chExt cx="7419213" cy="368490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7419213" cy="3684905"/>
              </a:xfrm>
              <a:custGeom>
                <a:avLst/>
                <a:gdLst/>
                <a:ahLst/>
                <a:cxnLst/>
                <a:rect l="l" t="t" r="r" b="b"/>
                <a:pathLst>
                  <a:path w="7419213" h="3684905">
                    <a:moveTo>
                      <a:pt x="0" y="0"/>
                    </a:moveTo>
                    <a:lnTo>
                      <a:pt x="7419213" y="0"/>
                    </a:lnTo>
                    <a:lnTo>
                      <a:pt x="7419213" y="3684905"/>
                    </a:lnTo>
                    <a:lnTo>
                      <a:pt x="0" y="368490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37" b="-36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04513" y="6424092"/>
              <a:ext cx="3709613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9"/>
                </a:lnSpc>
              </a:pPr>
              <a:r>
                <a:rPr lang="en-US" sz="1600">
                  <a:solidFill>
                    <a:srgbClr val="C04F15"/>
                  </a:solidFill>
                  <a:latin typeface="Aptos"/>
                  <a:ea typeface="Aptos"/>
                  <a:cs typeface="Aptos"/>
                  <a:sym typeface="Aptos"/>
                </a:rPr>
                <a:t>Visualizza l’itinerario ottimizzato</a:t>
              </a:r>
            </a:p>
          </p:txBody>
        </p:sp>
        <p:sp>
          <p:nvSpPr>
            <p:cNvPr id="46" name="AutoShape 34">
              <a:extLst>
                <a:ext uri="{FF2B5EF4-FFF2-40B4-BE49-F238E27FC236}">
                  <a16:creationId xmlns:a16="http://schemas.microsoft.com/office/drawing/2014/main" id="{F4EF339C-FC39-00FE-F1AB-BD5EB12456FB}"/>
                </a:ext>
              </a:extLst>
            </p:cNvPr>
            <p:cNvSpPr/>
            <p:nvPr/>
          </p:nvSpPr>
          <p:spPr>
            <a:xfrm>
              <a:off x="10649706" y="2731761"/>
              <a:ext cx="735843" cy="0"/>
            </a:xfrm>
            <a:prstGeom prst="line">
              <a:avLst/>
            </a:prstGeom>
            <a:ln w="38100" cap="flat">
              <a:solidFill>
                <a:srgbClr val="C04F15"/>
              </a:solidFill>
              <a:prstDash val="sys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it-IT" sz="1200"/>
            </a:p>
          </p:txBody>
        </p:sp>
        <p:sp>
          <p:nvSpPr>
            <p:cNvPr id="47" name="AutoShape 34">
              <a:extLst>
                <a:ext uri="{FF2B5EF4-FFF2-40B4-BE49-F238E27FC236}">
                  <a16:creationId xmlns:a16="http://schemas.microsoft.com/office/drawing/2014/main" id="{C8A63C8E-2BAB-70ED-DEA2-BDA6DF2346E0}"/>
                </a:ext>
              </a:extLst>
            </p:cNvPr>
            <p:cNvSpPr/>
            <p:nvPr/>
          </p:nvSpPr>
          <p:spPr>
            <a:xfrm flipH="1" flipV="1">
              <a:off x="11350625" y="2797178"/>
              <a:ext cx="8998" cy="1612186"/>
            </a:xfrm>
            <a:prstGeom prst="line">
              <a:avLst/>
            </a:prstGeom>
            <a:ln w="38100" cap="flat">
              <a:solidFill>
                <a:srgbClr val="C04F15"/>
              </a:solidFill>
              <a:prstDash val="sysDash"/>
              <a:headEnd type="arrow" w="med" len="med"/>
              <a:tailEnd type="none" w="med" len="med"/>
            </a:ln>
          </p:spPr>
          <p:txBody>
            <a:bodyPr/>
            <a:lstStyle/>
            <a:p>
              <a:endParaRPr lang="it-IT" sz="120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78D03-05BB-94D7-2CA3-2BCCDC7FE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BD037A-D623-413A-2E38-9851654DD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F57E5E-C4D8-D14C-0A8A-FE5FD0F31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5DEF53-3EB4-A515-4637-A57AB5896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8F136C-F8FF-81B4-0234-63CB00232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66CB94-221D-426B-D679-965F5DF8C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780CA21-49F3-AC36-8904-9BAC6D70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Risultato 1° iterazione: </a:t>
            </a:r>
            <a:r>
              <a:rPr lang="it-IT" sz="2800">
                <a:solidFill>
                  <a:srgbClr val="FFFFFF"/>
                </a:solidFill>
              </a:rPr>
              <a:t>visualizzazione e gestione itinerari</a:t>
            </a:r>
            <a:endParaRPr lang="it-IT" sz="4000">
              <a:solidFill>
                <a:srgbClr val="FFFFFF"/>
              </a:solidFill>
            </a:endParaRPr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D28EC195-AF8E-9441-CADB-D4D24667E4F4}"/>
              </a:ext>
            </a:extLst>
          </p:cNvPr>
          <p:cNvGrpSpPr/>
          <p:nvPr/>
        </p:nvGrpSpPr>
        <p:grpSpPr>
          <a:xfrm>
            <a:off x="301818" y="2548890"/>
            <a:ext cx="11588364" cy="2756073"/>
            <a:chOff x="286886" y="2244088"/>
            <a:chExt cx="11588364" cy="2756073"/>
          </a:xfrm>
        </p:grpSpPr>
        <p:grpSp>
          <p:nvGrpSpPr>
            <p:cNvPr id="17" name="Group 2">
              <a:extLst>
                <a:ext uri="{FF2B5EF4-FFF2-40B4-BE49-F238E27FC236}">
                  <a16:creationId xmlns:a16="http://schemas.microsoft.com/office/drawing/2014/main" id="{AFD1E8AE-A5D0-5D16-6441-58D4412500B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86886" y="2244088"/>
              <a:ext cx="5549140" cy="2756073"/>
              <a:chOff x="0" y="0"/>
              <a:chExt cx="19050000" cy="9461500"/>
            </a:xfrm>
          </p:grpSpPr>
          <p:sp>
            <p:nvSpPr>
              <p:cNvPr id="18" name="Freeform 3">
                <a:extLst>
                  <a:ext uri="{FF2B5EF4-FFF2-40B4-BE49-F238E27FC236}">
                    <a16:creationId xmlns:a16="http://schemas.microsoft.com/office/drawing/2014/main" id="{E03E96CE-A427-A1D0-51C3-BC08BFA855F1}"/>
                  </a:ext>
                </a:extLst>
              </p:cNvPr>
              <p:cNvSpPr/>
              <p:nvPr/>
            </p:nvSpPr>
            <p:spPr>
              <a:xfrm>
                <a:off x="338074" y="404876"/>
                <a:ext cx="18373979" cy="8616823"/>
              </a:xfrm>
              <a:custGeom>
                <a:avLst/>
                <a:gdLst/>
                <a:ahLst/>
                <a:cxnLst/>
                <a:rect l="l" t="t" r="r" b="b"/>
                <a:pathLst>
                  <a:path w="18373979" h="8616823">
                    <a:moveTo>
                      <a:pt x="17339945" y="8616823"/>
                    </a:moveTo>
                    <a:lnTo>
                      <a:pt x="1033907" y="8616823"/>
                    </a:lnTo>
                    <a:cubicBezTo>
                      <a:pt x="462915" y="8616823"/>
                      <a:pt x="0" y="8153908"/>
                      <a:pt x="0" y="7582916"/>
                    </a:cubicBezTo>
                    <a:lnTo>
                      <a:pt x="0" y="1033907"/>
                    </a:lnTo>
                    <a:cubicBezTo>
                      <a:pt x="0" y="462915"/>
                      <a:pt x="462915" y="0"/>
                      <a:pt x="1033907" y="0"/>
                    </a:cubicBezTo>
                    <a:lnTo>
                      <a:pt x="17340072" y="0"/>
                    </a:lnTo>
                    <a:cubicBezTo>
                      <a:pt x="17911063" y="0"/>
                      <a:pt x="18373979" y="462915"/>
                      <a:pt x="18373979" y="1033907"/>
                    </a:cubicBezTo>
                    <a:lnTo>
                      <a:pt x="18373979" y="7582916"/>
                    </a:lnTo>
                    <a:cubicBezTo>
                      <a:pt x="18373852" y="8153908"/>
                      <a:pt x="17910938" y="8616823"/>
                      <a:pt x="17339945" y="8616823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t="-788" b="-788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3" name="Freeform 4">
                <a:extLst>
                  <a:ext uri="{FF2B5EF4-FFF2-40B4-BE49-F238E27FC236}">
                    <a16:creationId xmlns:a16="http://schemas.microsoft.com/office/drawing/2014/main" id="{4B77047C-9041-4D1E-9B22-37364F95FF09}"/>
                  </a:ext>
                </a:extLst>
              </p:cNvPr>
              <p:cNvSpPr/>
              <p:nvPr/>
            </p:nvSpPr>
            <p:spPr>
              <a:xfrm>
                <a:off x="0" y="0"/>
                <a:ext cx="19050000" cy="9461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0" h="94615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9461500"/>
                    </a:lnTo>
                    <a:lnTo>
                      <a:pt x="0" y="9461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1" r="-41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34" name="Group 2">
              <a:extLst>
                <a:ext uri="{FF2B5EF4-FFF2-40B4-BE49-F238E27FC236}">
                  <a16:creationId xmlns:a16="http://schemas.microsoft.com/office/drawing/2014/main" id="{31473EC3-6573-E697-5C2C-751A767CB9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326111" y="2244089"/>
              <a:ext cx="5549139" cy="2756072"/>
              <a:chOff x="0" y="0"/>
              <a:chExt cx="19050000" cy="9461500"/>
            </a:xfrm>
          </p:grpSpPr>
          <p:sp>
            <p:nvSpPr>
              <p:cNvPr id="35" name="Freeform 3">
                <a:extLst>
                  <a:ext uri="{FF2B5EF4-FFF2-40B4-BE49-F238E27FC236}">
                    <a16:creationId xmlns:a16="http://schemas.microsoft.com/office/drawing/2014/main" id="{58FE08E4-E292-B5AC-40CE-F2D31DC755BF}"/>
                  </a:ext>
                </a:extLst>
              </p:cNvPr>
              <p:cNvSpPr/>
              <p:nvPr/>
            </p:nvSpPr>
            <p:spPr>
              <a:xfrm>
                <a:off x="338074" y="404876"/>
                <a:ext cx="18373979" cy="8616823"/>
              </a:xfrm>
              <a:custGeom>
                <a:avLst/>
                <a:gdLst/>
                <a:ahLst/>
                <a:cxnLst/>
                <a:rect l="l" t="t" r="r" b="b"/>
                <a:pathLst>
                  <a:path w="18373979" h="8616823">
                    <a:moveTo>
                      <a:pt x="17339945" y="8616823"/>
                    </a:moveTo>
                    <a:lnTo>
                      <a:pt x="1033907" y="8616823"/>
                    </a:lnTo>
                    <a:cubicBezTo>
                      <a:pt x="462915" y="8616823"/>
                      <a:pt x="0" y="8153908"/>
                      <a:pt x="0" y="7582916"/>
                    </a:cubicBezTo>
                    <a:lnTo>
                      <a:pt x="0" y="1033907"/>
                    </a:lnTo>
                    <a:cubicBezTo>
                      <a:pt x="0" y="462915"/>
                      <a:pt x="462915" y="0"/>
                      <a:pt x="1033907" y="0"/>
                    </a:cubicBezTo>
                    <a:lnTo>
                      <a:pt x="17340072" y="0"/>
                    </a:lnTo>
                    <a:cubicBezTo>
                      <a:pt x="17911063" y="0"/>
                      <a:pt x="18373979" y="462915"/>
                      <a:pt x="18373979" y="1033907"/>
                    </a:cubicBezTo>
                    <a:lnTo>
                      <a:pt x="18373979" y="7582916"/>
                    </a:lnTo>
                    <a:cubicBezTo>
                      <a:pt x="18373852" y="8153908"/>
                      <a:pt x="17910938" y="8616823"/>
                      <a:pt x="17339945" y="8616823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t="-594" b="-594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6" name="Freeform 4">
                <a:extLst>
                  <a:ext uri="{FF2B5EF4-FFF2-40B4-BE49-F238E27FC236}">
                    <a16:creationId xmlns:a16="http://schemas.microsoft.com/office/drawing/2014/main" id="{C18ABC38-CFD9-B779-C09D-6AA989345B0B}"/>
                  </a:ext>
                </a:extLst>
              </p:cNvPr>
              <p:cNvSpPr/>
              <p:nvPr/>
            </p:nvSpPr>
            <p:spPr>
              <a:xfrm>
                <a:off x="0" y="0"/>
                <a:ext cx="19050000" cy="9461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0" h="94615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9461500"/>
                    </a:lnTo>
                    <a:lnTo>
                      <a:pt x="0" y="9461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1" r="-41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</p:grpSp>
      </p:grpSp>
      <p:sp>
        <p:nvSpPr>
          <p:cNvPr id="7" name="TextBox 29">
            <a:extLst>
              <a:ext uri="{FF2B5EF4-FFF2-40B4-BE49-F238E27FC236}">
                <a16:creationId xmlns:a16="http://schemas.microsoft.com/office/drawing/2014/main" id="{E4DC6C10-A010-B4DE-3A50-794B274DA26B}"/>
              </a:ext>
            </a:extLst>
          </p:cNvPr>
          <p:cNvSpPr txBox="1"/>
          <p:nvPr/>
        </p:nvSpPr>
        <p:spPr>
          <a:xfrm>
            <a:off x="301818" y="5466443"/>
            <a:ext cx="5549140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err="1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Visualizza</a:t>
            </a:r>
            <a:r>
              <a:rPr lang="en-US" sz="1600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600" err="1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i</a:t>
            </a:r>
            <a:r>
              <a:rPr lang="en-US" sz="1600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600" err="1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viaggi</a:t>
            </a:r>
            <a:r>
              <a:rPr lang="en-US" sz="1600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600" err="1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che</a:t>
            </a:r>
            <a:r>
              <a:rPr lang="en-US" sz="1600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600" err="1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hai</a:t>
            </a:r>
            <a:r>
              <a:rPr lang="en-US" sz="1600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600" err="1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creato</a:t>
            </a:r>
            <a:endParaRPr lang="en-US" sz="1600">
              <a:solidFill>
                <a:srgbClr val="C04F15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3" name="TextBox 29">
            <a:extLst>
              <a:ext uri="{FF2B5EF4-FFF2-40B4-BE49-F238E27FC236}">
                <a16:creationId xmlns:a16="http://schemas.microsoft.com/office/drawing/2014/main" id="{25E343AC-7380-2C78-F582-5A65E1225377}"/>
              </a:ext>
            </a:extLst>
          </p:cNvPr>
          <p:cNvSpPr txBox="1"/>
          <p:nvPr/>
        </p:nvSpPr>
        <p:spPr>
          <a:xfrm>
            <a:off x="6341043" y="5466443"/>
            <a:ext cx="5549138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err="1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Elimina</a:t>
            </a:r>
            <a:r>
              <a:rPr lang="en-US" sz="1600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600" err="1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i</a:t>
            </a:r>
            <a:r>
              <a:rPr lang="en-US" sz="1600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600" err="1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viaggi</a:t>
            </a:r>
            <a:r>
              <a:rPr lang="en-US" sz="1600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600" err="1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che</a:t>
            </a:r>
            <a:r>
              <a:rPr lang="en-US" sz="1600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 non </a:t>
            </a:r>
            <a:r>
              <a:rPr lang="en-US" sz="1600" err="1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vuoi</a:t>
            </a:r>
            <a:r>
              <a:rPr lang="en-US" sz="1600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600" err="1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più</a:t>
            </a:r>
            <a:r>
              <a:rPr lang="en-US" sz="1600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600" err="1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vedere</a:t>
            </a:r>
            <a:r>
              <a:rPr lang="en-US" sz="1600">
                <a:solidFill>
                  <a:srgbClr val="C04F15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5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3ABD8F-E91A-EA13-3099-5E54A3F5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4C467E2-6546-E58D-E956-20778C85F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297EAE-70F2-3605-4C8E-BA4396107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45B546-68DF-AF2F-0002-840FD952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0327F7-9532-60A1-BC55-0C61125EF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73A4ADB-661C-3B73-24A4-E69052648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7E07DC0-54A8-F2D0-B655-887DB1E9D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Iterazione</a:t>
            </a:r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#2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D2FCA6-35CD-58B1-C404-411DCC329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71B63A-5B52-899A-11A5-FAD5DD66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345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27A249-2416-2A9B-46A8-4B39D9E76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9B2D49-7C04-5C78-8D45-721665AE4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Casi d’uso implementati</a:t>
            </a:r>
          </a:p>
        </p:txBody>
      </p: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2B48F2D8-0B45-9F1B-0861-76E9A3D3159F}"/>
              </a:ext>
            </a:extLst>
          </p:cNvPr>
          <p:cNvGrpSpPr/>
          <p:nvPr/>
        </p:nvGrpSpPr>
        <p:grpSpPr>
          <a:xfrm>
            <a:off x="4438634" y="231708"/>
            <a:ext cx="7559075" cy="6394585"/>
            <a:chOff x="4438634" y="179957"/>
            <a:chExt cx="7559075" cy="6394585"/>
          </a:xfrm>
        </p:grpSpPr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6DC971DC-6710-B1CE-1ADC-4A00B4DED1D1}"/>
                </a:ext>
              </a:extLst>
            </p:cNvPr>
            <p:cNvGrpSpPr/>
            <p:nvPr/>
          </p:nvGrpSpPr>
          <p:grpSpPr>
            <a:xfrm>
              <a:off x="8332846" y="335034"/>
              <a:ext cx="3664863" cy="6084430"/>
              <a:chOff x="8332846" y="404929"/>
              <a:chExt cx="3664863" cy="6084430"/>
            </a:xfrm>
          </p:grpSpPr>
          <p:grpSp>
            <p:nvGrpSpPr>
              <p:cNvPr id="33" name="Gruppo 32">
                <a:extLst>
                  <a:ext uri="{FF2B5EF4-FFF2-40B4-BE49-F238E27FC236}">
                    <a16:creationId xmlns:a16="http://schemas.microsoft.com/office/drawing/2014/main" id="{F3D06D1C-129F-C139-72C6-2020B627CE19}"/>
                  </a:ext>
                </a:extLst>
              </p:cNvPr>
              <p:cNvGrpSpPr/>
              <p:nvPr/>
            </p:nvGrpSpPr>
            <p:grpSpPr>
              <a:xfrm>
                <a:off x="8332846" y="404929"/>
                <a:ext cx="3664863" cy="2842847"/>
                <a:chOff x="8332846" y="179955"/>
                <a:chExt cx="3664863" cy="2842847"/>
              </a:xfrm>
            </p:grpSpPr>
            <p:sp>
              <p:nvSpPr>
                <p:cNvPr id="7" name="Google Shape;70;p14">
                  <a:extLst>
                    <a:ext uri="{FF2B5EF4-FFF2-40B4-BE49-F238E27FC236}">
                      <a16:creationId xmlns:a16="http://schemas.microsoft.com/office/drawing/2014/main" id="{C7661540-C13E-9083-1A41-275521BE589C}"/>
                    </a:ext>
                  </a:extLst>
                </p:cNvPr>
                <p:cNvSpPr/>
                <p:nvPr/>
              </p:nvSpPr>
              <p:spPr>
                <a:xfrm>
                  <a:off x="8332846" y="179955"/>
                  <a:ext cx="3664863" cy="2842847"/>
                </a:xfrm>
                <a:prstGeom prst="roundRect">
                  <a:avLst>
                    <a:gd name="adj" fmla="val 4812"/>
                  </a:avLst>
                </a:prstGeom>
                <a:solidFill>
                  <a:srgbClr val="D9EDF2"/>
                </a:solidFill>
                <a:ln w="9525" cap="flat" cmpd="sng">
                  <a:solidFill>
                    <a:srgbClr val="BFD3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" name="Google Shape;71;p14">
                  <a:extLst>
                    <a:ext uri="{FF2B5EF4-FFF2-40B4-BE49-F238E27FC236}">
                      <a16:creationId xmlns:a16="http://schemas.microsoft.com/office/drawing/2014/main" id="{D6CE0962-8152-29B8-E194-F1FDC3E5A390}"/>
                    </a:ext>
                  </a:extLst>
                </p:cNvPr>
                <p:cNvSpPr/>
                <p:nvPr/>
              </p:nvSpPr>
              <p:spPr>
                <a:xfrm>
                  <a:off x="8567280" y="274790"/>
                  <a:ext cx="3195995" cy="5659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lvl="0" algn="ctr">
                    <a:lnSpc>
                      <a:spcPct val="125000"/>
                    </a:lnSpc>
                    <a:buClr>
                      <a:srgbClr val="384653"/>
                    </a:buClr>
                    <a:buSzPts val="2200"/>
                  </a:pPr>
                  <a:r>
                    <a:rPr lang="en-US" sz="2200" i="0" u="none" strike="noStrike" cap="none" err="1">
                      <a:solidFill>
                        <a:srgbClr val="384653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Filtri</a:t>
                  </a:r>
                  <a:r>
                    <a:rPr lang="en-US" sz="2200" i="0" u="none" strike="noStrike" cap="none">
                      <a:solidFill>
                        <a:srgbClr val="384653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 di </a:t>
                  </a:r>
                  <a:r>
                    <a:rPr lang="en-US" sz="2200" i="0" u="none" strike="noStrike" cap="none" err="1">
                      <a:solidFill>
                        <a:srgbClr val="384653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ricerca</a:t>
                  </a:r>
                  <a:r>
                    <a:rPr lang="en-US" sz="2200" i="0" u="none" strike="noStrike" cap="none">
                      <a:solidFill>
                        <a:srgbClr val="384653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 </a:t>
                  </a:r>
                  <a:r>
                    <a:rPr lang="en-US" sz="1600">
                      <a:solidFill>
                        <a:srgbClr val="384653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(UC4)</a:t>
                  </a:r>
                  <a:endParaRPr sz="1400" b="0" i="0" u="none" strike="noStrike" cap="none">
                    <a:latin typeface="+mj-lt"/>
                  </a:endParaRPr>
                </a:p>
              </p:txBody>
            </p:sp>
            <p:sp>
              <p:nvSpPr>
                <p:cNvPr id="9" name="Google Shape;72;p14">
                  <a:extLst>
                    <a:ext uri="{FF2B5EF4-FFF2-40B4-BE49-F238E27FC236}">
                      <a16:creationId xmlns:a16="http://schemas.microsoft.com/office/drawing/2014/main" id="{DF5CFECE-1896-2E64-1C71-E0A3A3C0DB6B}"/>
                    </a:ext>
                  </a:extLst>
                </p:cNvPr>
                <p:cNvSpPr/>
                <p:nvPr/>
              </p:nvSpPr>
              <p:spPr>
                <a:xfrm>
                  <a:off x="8567280" y="831992"/>
                  <a:ext cx="3195995" cy="7080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Roboto"/>
                    <a:buNone/>
                  </a:pPr>
                  <a:r>
                    <a:rPr lang="en-US" sz="1400" b="0" i="1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Nella </a:t>
                  </a:r>
                  <a:r>
                    <a:rPr lang="en-US" sz="1400" b="0" i="1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pagina</a:t>
                  </a:r>
                  <a:r>
                    <a:rPr lang="en-US" sz="1400" b="0" i="1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“I </a:t>
                  </a:r>
                  <a:r>
                    <a:rPr lang="en-US" sz="1400" b="0" i="1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miei</a:t>
                  </a:r>
                  <a:r>
                    <a:rPr lang="en-US" sz="1400" b="0" i="1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b="0" i="1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viaggi</a:t>
                  </a:r>
                  <a:r>
                    <a:rPr lang="en-US" sz="1400" b="0" i="1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” è possible </a:t>
                  </a:r>
                  <a:r>
                    <a:rPr lang="en-US" sz="1400" b="0" i="1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filtrare</a:t>
                  </a:r>
                  <a:r>
                    <a:rPr lang="en-US" sz="1400" b="0" i="1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b="0" i="1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i</a:t>
                  </a:r>
                  <a:r>
                    <a:rPr lang="en-US" sz="1400" b="0" i="1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b="0" i="1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viaggi</a:t>
                  </a:r>
                  <a:r>
                    <a:rPr lang="en-US" sz="1400" b="0" i="1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per:</a:t>
                  </a:r>
                  <a:endParaRPr sz="1400" b="0" i="1" u="none" strike="noStrike" cap="none"/>
                </a:p>
              </p:txBody>
            </p:sp>
            <p:sp>
              <p:nvSpPr>
                <p:cNvPr id="15" name="Google Shape;72;p14">
                  <a:extLst>
                    <a:ext uri="{FF2B5EF4-FFF2-40B4-BE49-F238E27FC236}">
                      <a16:creationId xmlns:a16="http://schemas.microsoft.com/office/drawing/2014/main" id="{3A92ACC4-5FE4-F44F-ADC9-0EBA9445E5A9}"/>
                    </a:ext>
                  </a:extLst>
                </p:cNvPr>
                <p:cNvSpPr/>
                <p:nvPr/>
              </p:nvSpPr>
              <p:spPr>
                <a:xfrm>
                  <a:off x="8574391" y="1579328"/>
                  <a:ext cx="3388418" cy="13373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285750" marR="0" lvl="0" indent="-28575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Tutti </a:t>
                  </a: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gli</a:t>
                  </a:r>
                  <a:r>
                    <a:rPr lang="en-US" sz="140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stati</a:t>
                  </a:r>
                  <a:endParaRPr lang="en-US" sz="1400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endParaRPr>
                </a:p>
                <a:p>
                  <a:pPr marL="285750" marR="0" lvl="0" indent="-28575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In </a:t>
                  </a: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programma</a:t>
                  </a:r>
                  <a:endParaRPr lang="en-US" sz="1400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endParaRPr>
                </a:p>
                <a:p>
                  <a:pPr marL="285750" marR="0" lvl="0" indent="-28575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Preferiti</a:t>
                  </a:r>
                  <a:endParaRPr lang="en-US" sz="1400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endParaRPr>
                </a:p>
                <a:p>
                  <a:pPr marL="285750" marR="0" lvl="0" indent="-28575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Completati</a:t>
                  </a:r>
                  <a:endParaRPr lang="en-US" sz="1400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32" name="Gruppo 31">
                <a:extLst>
                  <a:ext uri="{FF2B5EF4-FFF2-40B4-BE49-F238E27FC236}">
                    <a16:creationId xmlns:a16="http://schemas.microsoft.com/office/drawing/2014/main" id="{D7B8A0C7-5AFE-130C-D72B-0A846ACCE56A}"/>
                  </a:ext>
                </a:extLst>
              </p:cNvPr>
              <p:cNvGrpSpPr/>
              <p:nvPr/>
            </p:nvGrpSpPr>
            <p:grpSpPr>
              <a:xfrm>
                <a:off x="8332846" y="3440877"/>
                <a:ext cx="3664744" cy="1405244"/>
                <a:chOff x="8332846" y="3143232"/>
                <a:chExt cx="3664744" cy="1405244"/>
              </a:xfrm>
            </p:grpSpPr>
            <p:sp>
              <p:nvSpPr>
                <p:cNvPr id="17" name="Google Shape;67;p14">
                  <a:extLst>
                    <a:ext uri="{FF2B5EF4-FFF2-40B4-BE49-F238E27FC236}">
                      <a16:creationId xmlns:a16="http://schemas.microsoft.com/office/drawing/2014/main" id="{F843DE71-8DDF-BB4C-577D-E93AF4CE75B1}"/>
                    </a:ext>
                  </a:extLst>
                </p:cNvPr>
                <p:cNvSpPr/>
                <p:nvPr/>
              </p:nvSpPr>
              <p:spPr>
                <a:xfrm>
                  <a:off x="8332846" y="3143232"/>
                  <a:ext cx="3664744" cy="1271384"/>
                </a:xfrm>
                <a:prstGeom prst="roundRect">
                  <a:avLst>
                    <a:gd name="adj" fmla="val 4812"/>
                  </a:avLst>
                </a:prstGeom>
                <a:solidFill>
                  <a:srgbClr val="D9EDF2"/>
                </a:solidFill>
                <a:ln w="9525" cap="flat" cmpd="sng">
                  <a:solidFill>
                    <a:srgbClr val="BFD3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68;p14">
                  <a:extLst>
                    <a:ext uri="{FF2B5EF4-FFF2-40B4-BE49-F238E27FC236}">
                      <a16:creationId xmlns:a16="http://schemas.microsoft.com/office/drawing/2014/main" id="{0364A8B0-D4BD-898A-24E5-21FF08BC0702}"/>
                    </a:ext>
                  </a:extLst>
                </p:cNvPr>
                <p:cNvSpPr/>
                <p:nvPr/>
              </p:nvSpPr>
              <p:spPr>
                <a:xfrm>
                  <a:off x="8489435" y="3238062"/>
                  <a:ext cx="3388418" cy="3958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lvl="0" algn="ctr">
                    <a:lnSpc>
                      <a:spcPct val="125000"/>
                    </a:lnSpc>
                    <a:buClr>
                      <a:srgbClr val="384653"/>
                    </a:buClr>
                    <a:buSzPts val="2200"/>
                  </a:pPr>
                  <a:r>
                    <a:rPr lang="en-US" sz="2200" err="1">
                      <a:solidFill>
                        <a:srgbClr val="384653"/>
                      </a:solidFill>
                      <a:latin typeface="+mj-lt"/>
                      <a:sym typeface="Host Grotesk"/>
                    </a:rPr>
                    <a:t>Preferiti</a:t>
                  </a:r>
                  <a:r>
                    <a:rPr lang="en-US" sz="2200">
                      <a:solidFill>
                        <a:srgbClr val="384653"/>
                      </a:solidFill>
                      <a:latin typeface="+mj-lt"/>
                      <a:sym typeface="Host Grotesk"/>
                    </a:rPr>
                    <a:t> </a:t>
                  </a:r>
                  <a:r>
                    <a:rPr lang="en-US" sz="1600">
                      <a:solidFill>
                        <a:srgbClr val="384653"/>
                      </a:solidFill>
                      <a:latin typeface="+mj-lt"/>
                      <a:sym typeface="Host Grotesk"/>
                    </a:rPr>
                    <a:t>(UC5)</a:t>
                  </a:r>
                  <a:endParaRPr sz="1400">
                    <a:solidFill>
                      <a:srgbClr val="384653"/>
                    </a:solidFill>
                    <a:latin typeface="+mj-lt"/>
                  </a:endParaRPr>
                </a:p>
              </p:txBody>
            </p:sp>
            <p:sp>
              <p:nvSpPr>
                <p:cNvPr id="22" name="Google Shape;69;p14">
                  <a:extLst>
                    <a:ext uri="{FF2B5EF4-FFF2-40B4-BE49-F238E27FC236}">
                      <a16:creationId xmlns:a16="http://schemas.microsoft.com/office/drawing/2014/main" id="{A475951B-D77E-92A2-007D-A580B2895F99}"/>
                    </a:ext>
                  </a:extLst>
                </p:cNvPr>
                <p:cNvSpPr/>
                <p:nvPr/>
              </p:nvSpPr>
              <p:spPr>
                <a:xfrm>
                  <a:off x="8471009" y="3902151"/>
                  <a:ext cx="3388418" cy="6463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Roboto"/>
                    <a:buNone/>
                  </a:pPr>
                  <a:r>
                    <a:rPr lang="en-US" sz="1400" b="0" i="1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Salvataggio</a:t>
                  </a:r>
                  <a:r>
                    <a:rPr lang="en-US" sz="1400" b="0" i="1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di un </a:t>
                  </a:r>
                  <a:r>
                    <a:rPr lang="en-US" sz="1400" b="0" i="1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percorso</a:t>
                  </a:r>
                  <a:r>
                    <a:rPr lang="en-US" sz="1400" b="0" i="1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b="0" i="1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nei</a:t>
                  </a:r>
                  <a:r>
                    <a:rPr lang="en-US" sz="1400" b="0" i="1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b="0" i="1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preferiti</a:t>
                  </a:r>
                  <a:endParaRPr sz="1400" b="0" i="1" u="none" strike="noStrike" cap="none"/>
                </a:p>
              </p:txBody>
            </p:sp>
          </p:grpSp>
          <p:grpSp>
            <p:nvGrpSpPr>
              <p:cNvPr id="31" name="Gruppo 30">
                <a:extLst>
                  <a:ext uri="{FF2B5EF4-FFF2-40B4-BE49-F238E27FC236}">
                    <a16:creationId xmlns:a16="http://schemas.microsoft.com/office/drawing/2014/main" id="{DBC050BA-F1CB-8D0C-6A1A-B285A98C4254}"/>
                  </a:ext>
                </a:extLst>
              </p:cNvPr>
              <p:cNvGrpSpPr/>
              <p:nvPr/>
            </p:nvGrpSpPr>
            <p:grpSpPr>
              <a:xfrm>
                <a:off x="8332846" y="4886821"/>
                <a:ext cx="3664744" cy="1602538"/>
                <a:chOff x="8332846" y="4509445"/>
                <a:chExt cx="3664744" cy="1602538"/>
              </a:xfrm>
            </p:grpSpPr>
            <p:sp>
              <p:nvSpPr>
                <p:cNvPr id="10" name="Google Shape;67;p14">
                  <a:extLst>
                    <a:ext uri="{FF2B5EF4-FFF2-40B4-BE49-F238E27FC236}">
                      <a16:creationId xmlns:a16="http://schemas.microsoft.com/office/drawing/2014/main" id="{F497E5D5-C402-EE55-D225-36E0C9771D27}"/>
                    </a:ext>
                  </a:extLst>
                </p:cNvPr>
                <p:cNvSpPr/>
                <p:nvPr/>
              </p:nvSpPr>
              <p:spPr>
                <a:xfrm>
                  <a:off x="8332846" y="4509445"/>
                  <a:ext cx="3664744" cy="1602538"/>
                </a:xfrm>
                <a:prstGeom prst="roundRect">
                  <a:avLst>
                    <a:gd name="adj" fmla="val 4812"/>
                  </a:avLst>
                </a:prstGeom>
                <a:solidFill>
                  <a:srgbClr val="D9EDF2"/>
                </a:solidFill>
                <a:ln w="9525" cap="flat" cmpd="sng">
                  <a:solidFill>
                    <a:srgbClr val="BFD3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" name="Google Shape;68;p14">
                  <a:extLst>
                    <a:ext uri="{FF2B5EF4-FFF2-40B4-BE49-F238E27FC236}">
                      <a16:creationId xmlns:a16="http://schemas.microsoft.com/office/drawing/2014/main" id="{19D5F7C6-CE51-4B56-4B34-89B878A5B033}"/>
                    </a:ext>
                  </a:extLst>
                </p:cNvPr>
                <p:cNvSpPr/>
                <p:nvPr/>
              </p:nvSpPr>
              <p:spPr>
                <a:xfrm>
                  <a:off x="8495254" y="4589390"/>
                  <a:ext cx="3388418" cy="3958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lvl="0" algn="ctr">
                    <a:lnSpc>
                      <a:spcPct val="125000"/>
                    </a:lnSpc>
                    <a:buClr>
                      <a:srgbClr val="384653"/>
                    </a:buClr>
                    <a:buSzPts val="2200"/>
                  </a:pPr>
                  <a:r>
                    <a:rPr lang="en-US" sz="2200" err="1">
                      <a:solidFill>
                        <a:srgbClr val="384653"/>
                      </a:solidFill>
                      <a:latin typeface="+mj-lt"/>
                      <a:sym typeface="Host Grotesk"/>
                    </a:rPr>
                    <a:t>Itinerario</a:t>
                  </a:r>
                  <a:r>
                    <a:rPr lang="en-US" sz="2200">
                      <a:solidFill>
                        <a:srgbClr val="384653"/>
                      </a:solidFill>
                      <a:latin typeface="+mj-lt"/>
                      <a:sym typeface="Host Grotesk"/>
                    </a:rPr>
                    <a:t> </a:t>
                  </a:r>
                  <a:r>
                    <a:rPr lang="en-US" sz="2200" err="1">
                      <a:solidFill>
                        <a:srgbClr val="384653"/>
                      </a:solidFill>
                      <a:latin typeface="+mj-lt"/>
                      <a:sym typeface="Host Grotesk"/>
                    </a:rPr>
                    <a:t>casuale</a:t>
                  </a:r>
                  <a:r>
                    <a:rPr lang="en-US" sz="2200">
                      <a:solidFill>
                        <a:srgbClr val="384653"/>
                      </a:solidFill>
                      <a:latin typeface="+mj-lt"/>
                      <a:sym typeface="Host Grotesk"/>
                    </a:rPr>
                    <a:t> </a:t>
                  </a:r>
                  <a:r>
                    <a:rPr lang="en-US" sz="1600">
                      <a:solidFill>
                        <a:srgbClr val="384653"/>
                      </a:solidFill>
                      <a:latin typeface="+mj-lt"/>
                      <a:sym typeface="Host Grotesk"/>
                    </a:rPr>
                    <a:t>(UC 12.2)</a:t>
                  </a:r>
                  <a:endParaRPr sz="1400">
                    <a:solidFill>
                      <a:srgbClr val="384653"/>
                    </a:solidFill>
                    <a:latin typeface="+mj-lt"/>
                  </a:endParaRPr>
                </a:p>
              </p:txBody>
            </p:sp>
            <p:sp>
              <p:nvSpPr>
                <p:cNvPr id="13" name="Google Shape;69;p14">
                  <a:extLst>
                    <a:ext uri="{FF2B5EF4-FFF2-40B4-BE49-F238E27FC236}">
                      <a16:creationId xmlns:a16="http://schemas.microsoft.com/office/drawing/2014/main" id="{2470F929-EC10-FA46-DAF5-FC54900568AA}"/>
                    </a:ext>
                  </a:extLst>
                </p:cNvPr>
                <p:cNvSpPr/>
                <p:nvPr/>
              </p:nvSpPr>
              <p:spPr>
                <a:xfrm>
                  <a:off x="8471009" y="4979920"/>
                  <a:ext cx="3388418" cy="39584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R="0" lvl="0" algn="ctr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</a:pPr>
                  <a:r>
                    <a:rPr lang="en-US" sz="1400" i="1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Creazione</a:t>
                  </a:r>
                  <a:r>
                    <a:rPr lang="en-US" sz="1400" i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di un </a:t>
                  </a:r>
                  <a:r>
                    <a:rPr lang="en-US" sz="1400" i="1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itinerario</a:t>
                  </a:r>
                  <a:r>
                    <a:rPr lang="en-US" sz="1400" i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i="1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casuale</a:t>
                  </a:r>
                  <a:r>
                    <a:rPr lang="en-US" sz="1400" i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da:</a:t>
                  </a:r>
                  <a:br>
                    <a:rPr lang="en-US" sz="1400" i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</a:br>
                  <a:br>
                    <a:rPr lang="en-US" sz="1400" i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</a:br>
                  <a:endParaRPr sz="1400" b="0" i="1" u="none" strike="noStrike" cap="none"/>
                </a:p>
              </p:txBody>
            </p:sp>
            <p:sp>
              <p:nvSpPr>
                <p:cNvPr id="24" name="Google Shape;69;p14">
                  <a:extLst>
                    <a:ext uri="{FF2B5EF4-FFF2-40B4-BE49-F238E27FC236}">
                      <a16:creationId xmlns:a16="http://schemas.microsoft.com/office/drawing/2014/main" id="{4C08AD79-4FED-FA2F-072A-E31CFF1C48F3}"/>
                    </a:ext>
                  </a:extLst>
                </p:cNvPr>
                <p:cNvSpPr/>
                <p:nvPr/>
              </p:nvSpPr>
              <p:spPr>
                <a:xfrm>
                  <a:off x="8574391" y="5379965"/>
                  <a:ext cx="3388418" cy="6463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285750" lvl="0" indent="-285750">
                    <a:lnSpc>
                      <a:spcPct val="151428"/>
                    </a:lnSpc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Catalogo</a:t>
                  </a:r>
                  <a:r>
                    <a:rPr lang="en-US" sz="140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pubblico</a:t>
                  </a:r>
                  <a:endParaRPr lang="en-US" sz="1400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endParaRPr>
                </a:p>
                <a:p>
                  <a:pPr marL="285750" lvl="0" indent="-285750">
                    <a:lnSpc>
                      <a:spcPct val="151428"/>
                    </a:lnSpc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Generato</a:t>
                  </a:r>
                  <a:r>
                    <a:rPr lang="en-US" sz="140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casualmente</a:t>
                  </a:r>
                  <a:endParaRPr sz="1400" b="0" u="none" strike="noStrike" cap="none"/>
                </a:p>
              </p:txBody>
            </p:sp>
          </p:grpSp>
        </p:grpSp>
        <p:grpSp>
          <p:nvGrpSpPr>
            <p:cNvPr id="37" name="Gruppo 36">
              <a:extLst>
                <a:ext uri="{FF2B5EF4-FFF2-40B4-BE49-F238E27FC236}">
                  <a16:creationId xmlns:a16="http://schemas.microsoft.com/office/drawing/2014/main" id="{F5081F72-C660-E57E-6986-C0DE8487D671}"/>
                </a:ext>
              </a:extLst>
            </p:cNvPr>
            <p:cNvGrpSpPr/>
            <p:nvPr/>
          </p:nvGrpSpPr>
          <p:grpSpPr>
            <a:xfrm>
              <a:off x="4438634" y="179957"/>
              <a:ext cx="3664744" cy="6394585"/>
              <a:chOff x="4438634" y="179957"/>
              <a:chExt cx="3664744" cy="6394585"/>
            </a:xfrm>
          </p:grpSpPr>
          <p:grpSp>
            <p:nvGrpSpPr>
              <p:cNvPr id="28" name="Gruppo 27">
                <a:extLst>
                  <a:ext uri="{FF2B5EF4-FFF2-40B4-BE49-F238E27FC236}">
                    <a16:creationId xmlns:a16="http://schemas.microsoft.com/office/drawing/2014/main" id="{D47D1167-F5D1-04D2-49CF-B8CF1B085166}"/>
                  </a:ext>
                </a:extLst>
              </p:cNvPr>
              <p:cNvGrpSpPr/>
              <p:nvPr/>
            </p:nvGrpSpPr>
            <p:grpSpPr>
              <a:xfrm>
                <a:off x="4438634" y="179957"/>
                <a:ext cx="3664744" cy="2398876"/>
                <a:chOff x="4438634" y="179957"/>
                <a:chExt cx="3664744" cy="2398876"/>
              </a:xfrm>
            </p:grpSpPr>
            <p:sp>
              <p:nvSpPr>
                <p:cNvPr id="4" name="Google Shape;67;p14">
                  <a:extLst>
                    <a:ext uri="{FF2B5EF4-FFF2-40B4-BE49-F238E27FC236}">
                      <a16:creationId xmlns:a16="http://schemas.microsoft.com/office/drawing/2014/main" id="{EAA4A31F-1AF8-42DC-3BDD-715F483A8E2B}"/>
                    </a:ext>
                  </a:extLst>
                </p:cNvPr>
                <p:cNvSpPr/>
                <p:nvPr/>
              </p:nvSpPr>
              <p:spPr>
                <a:xfrm>
                  <a:off x="4438634" y="179957"/>
                  <a:ext cx="3664744" cy="2398876"/>
                </a:xfrm>
                <a:prstGeom prst="roundRect">
                  <a:avLst>
                    <a:gd name="adj" fmla="val 4812"/>
                  </a:avLst>
                </a:prstGeom>
                <a:solidFill>
                  <a:srgbClr val="D9EDF2"/>
                </a:solidFill>
                <a:ln w="9525" cap="flat" cmpd="sng">
                  <a:solidFill>
                    <a:srgbClr val="BFD3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" name="Google Shape;68;p14">
                  <a:extLst>
                    <a:ext uri="{FF2B5EF4-FFF2-40B4-BE49-F238E27FC236}">
                      <a16:creationId xmlns:a16="http://schemas.microsoft.com/office/drawing/2014/main" id="{B3F73156-491F-C9BF-85FD-772D1D2ABBC7}"/>
                    </a:ext>
                  </a:extLst>
                </p:cNvPr>
                <p:cNvSpPr/>
                <p:nvPr/>
              </p:nvSpPr>
              <p:spPr>
                <a:xfrm>
                  <a:off x="4583669" y="274790"/>
                  <a:ext cx="3388418" cy="4783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lvl="0" algn="ctr">
                    <a:lnSpc>
                      <a:spcPct val="125000"/>
                    </a:lnSpc>
                    <a:buClr>
                      <a:srgbClr val="384653"/>
                    </a:buClr>
                    <a:buSzPts val="2200"/>
                  </a:pPr>
                  <a:r>
                    <a:rPr lang="en-US" sz="2200" b="0" i="0" u="none" strike="noStrike" cap="none" err="1">
                      <a:solidFill>
                        <a:srgbClr val="384653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Catalogo</a:t>
                  </a:r>
                  <a:r>
                    <a:rPr lang="en-US" sz="2200" b="0" i="0" u="none" strike="noStrike" cap="none">
                      <a:solidFill>
                        <a:srgbClr val="384653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 </a:t>
                  </a:r>
                  <a:r>
                    <a:rPr lang="en-US" sz="2200" b="0" i="0" u="none" strike="noStrike" cap="none" err="1">
                      <a:solidFill>
                        <a:srgbClr val="384653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pubblico</a:t>
                  </a:r>
                  <a:endParaRPr sz="2200">
                    <a:solidFill>
                      <a:srgbClr val="384653"/>
                    </a:solidFill>
                    <a:latin typeface="+mj-lt"/>
                  </a:endParaRPr>
                </a:p>
              </p:txBody>
            </p:sp>
            <p:sp>
              <p:nvSpPr>
                <p:cNvPr id="6" name="Google Shape;69;p14">
                  <a:extLst>
                    <a:ext uri="{FF2B5EF4-FFF2-40B4-BE49-F238E27FC236}">
                      <a16:creationId xmlns:a16="http://schemas.microsoft.com/office/drawing/2014/main" id="{A6A30D74-4E1B-A9B7-6E69-9D546986F800}"/>
                    </a:ext>
                  </a:extLst>
                </p:cNvPr>
                <p:cNvSpPr/>
                <p:nvPr/>
              </p:nvSpPr>
              <p:spPr>
                <a:xfrm>
                  <a:off x="4576797" y="1764026"/>
                  <a:ext cx="3388418" cy="6463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lvl="0" algn="ctr">
                    <a:lnSpc>
                      <a:spcPct val="151428"/>
                    </a:lnSpc>
                    <a:buClr>
                      <a:srgbClr val="384653"/>
                    </a:buClr>
                    <a:buSzPts val="1750"/>
                  </a:pPr>
                  <a:r>
                    <a:rPr lang="it-IT" sz="1200" i="1">
                      <a:solidFill>
                        <a:srgbClr val="384653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Condivisione itinerari tra utenti con visibilità pubblica</a:t>
                  </a:r>
                  <a:endParaRPr lang="it-IT" sz="1200" i="1"/>
                </a:p>
              </p:txBody>
            </p:sp>
            <p:sp>
              <p:nvSpPr>
                <p:cNvPr id="3" name="Google Shape;72;p14">
                  <a:extLst>
                    <a:ext uri="{FF2B5EF4-FFF2-40B4-BE49-F238E27FC236}">
                      <a16:creationId xmlns:a16="http://schemas.microsoft.com/office/drawing/2014/main" id="{29E7DC3B-B798-3363-5EA8-6156838927B0}"/>
                    </a:ext>
                  </a:extLst>
                </p:cNvPr>
                <p:cNvSpPr/>
                <p:nvPr/>
              </p:nvSpPr>
              <p:spPr>
                <a:xfrm>
                  <a:off x="4584107" y="831992"/>
                  <a:ext cx="3388418" cy="7314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285750" marR="0" lvl="0" indent="-28575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b="0" i="0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Visualizza</a:t>
                  </a: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b="0" i="0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catalogo</a:t>
                  </a: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(UC3.1)</a:t>
                  </a:r>
                  <a:endParaRPr lang="en-US" sz="1400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endParaRPr>
                </a:p>
                <a:p>
                  <a:pPr marL="285750" marR="0" lvl="0" indent="-28575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Pubblica</a:t>
                  </a:r>
                  <a:r>
                    <a:rPr lang="en-US" sz="140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percorso</a:t>
                  </a:r>
                  <a:r>
                    <a:rPr lang="en-US" sz="140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nel</a:t>
                  </a:r>
                  <a:r>
                    <a:rPr lang="en-US" sz="140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catalogo</a:t>
                  </a:r>
                  <a:r>
                    <a:rPr lang="en-US" sz="140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(UC8)</a:t>
                  </a:r>
                </a:p>
              </p:txBody>
            </p:sp>
          </p:grpSp>
          <p:grpSp>
            <p:nvGrpSpPr>
              <p:cNvPr id="29" name="Gruppo 28">
                <a:extLst>
                  <a:ext uri="{FF2B5EF4-FFF2-40B4-BE49-F238E27FC236}">
                    <a16:creationId xmlns:a16="http://schemas.microsoft.com/office/drawing/2014/main" id="{148A54AC-CFDA-68AF-4D7A-8C97089FCA70}"/>
                  </a:ext>
                </a:extLst>
              </p:cNvPr>
              <p:cNvGrpSpPr/>
              <p:nvPr/>
            </p:nvGrpSpPr>
            <p:grpSpPr>
              <a:xfrm>
                <a:off x="4438634" y="2691946"/>
                <a:ext cx="3664744" cy="2498099"/>
                <a:chOff x="4438634" y="2705271"/>
                <a:chExt cx="3664744" cy="2498099"/>
              </a:xfrm>
            </p:grpSpPr>
            <p:sp>
              <p:nvSpPr>
                <p:cNvPr id="18" name="Google Shape;67;p14">
                  <a:extLst>
                    <a:ext uri="{FF2B5EF4-FFF2-40B4-BE49-F238E27FC236}">
                      <a16:creationId xmlns:a16="http://schemas.microsoft.com/office/drawing/2014/main" id="{DD00D589-1B77-1B5A-96D6-7EE2945DAA57}"/>
                    </a:ext>
                  </a:extLst>
                </p:cNvPr>
                <p:cNvSpPr/>
                <p:nvPr/>
              </p:nvSpPr>
              <p:spPr>
                <a:xfrm>
                  <a:off x="4438634" y="2705271"/>
                  <a:ext cx="3664744" cy="2498099"/>
                </a:xfrm>
                <a:prstGeom prst="roundRect">
                  <a:avLst>
                    <a:gd name="adj" fmla="val 4812"/>
                  </a:avLst>
                </a:prstGeom>
                <a:solidFill>
                  <a:srgbClr val="D9EDF2"/>
                </a:solidFill>
                <a:ln w="9525" cap="flat" cmpd="sng">
                  <a:solidFill>
                    <a:srgbClr val="BFD3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68;p14">
                  <a:extLst>
                    <a:ext uri="{FF2B5EF4-FFF2-40B4-BE49-F238E27FC236}">
                      <a16:creationId xmlns:a16="http://schemas.microsoft.com/office/drawing/2014/main" id="{9936584C-EEBC-71DA-A6CB-E4D7C4832A32}"/>
                    </a:ext>
                  </a:extLst>
                </p:cNvPr>
                <p:cNvSpPr/>
                <p:nvPr/>
              </p:nvSpPr>
              <p:spPr>
                <a:xfrm>
                  <a:off x="4589489" y="2807084"/>
                  <a:ext cx="3388418" cy="3958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lvl="0" algn="ctr">
                    <a:lnSpc>
                      <a:spcPct val="125000"/>
                    </a:lnSpc>
                    <a:buClr>
                      <a:srgbClr val="384653"/>
                    </a:buClr>
                    <a:buSzPts val="2200"/>
                  </a:pPr>
                  <a:r>
                    <a:rPr lang="en-US" sz="2200" err="1">
                      <a:solidFill>
                        <a:srgbClr val="384653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Viaggi</a:t>
                  </a:r>
                  <a:r>
                    <a:rPr lang="en-US" sz="2200">
                      <a:solidFill>
                        <a:srgbClr val="384653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 </a:t>
                  </a:r>
                  <a:r>
                    <a:rPr lang="en-US" sz="2200" err="1">
                      <a:solidFill>
                        <a:srgbClr val="384653"/>
                      </a:solidFill>
                      <a:latin typeface="+mj-lt"/>
                      <a:ea typeface="Host Grotesk"/>
                      <a:cs typeface="Host Grotesk"/>
                      <a:sym typeface="Host Grotesk"/>
                    </a:rPr>
                    <a:t>completati</a:t>
                  </a:r>
                  <a:endParaRPr sz="2200">
                    <a:solidFill>
                      <a:srgbClr val="384653"/>
                    </a:solidFill>
                    <a:latin typeface="+mj-lt"/>
                  </a:endParaRPr>
                </a:p>
              </p:txBody>
            </p:sp>
            <p:sp>
              <p:nvSpPr>
                <p:cNvPr id="20" name="Google Shape;69;p14">
                  <a:extLst>
                    <a:ext uri="{FF2B5EF4-FFF2-40B4-BE49-F238E27FC236}">
                      <a16:creationId xmlns:a16="http://schemas.microsoft.com/office/drawing/2014/main" id="{A15F9AD4-72EC-B95F-2D40-30A875543819}"/>
                    </a:ext>
                  </a:extLst>
                </p:cNvPr>
                <p:cNvSpPr/>
                <p:nvPr/>
              </p:nvSpPr>
              <p:spPr>
                <a:xfrm>
                  <a:off x="4576797" y="4414449"/>
                  <a:ext cx="3388418" cy="6463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Roboto"/>
                    <a:buNone/>
                  </a:pPr>
                  <a:r>
                    <a:rPr lang="en-US" sz="1200" i="1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Impostazione</a:t>
                  </a:r>
                  <a:r>
                    <a:rPr lang="en-US" sz="1200" i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e </a:t>
                  </a:r>
                  <a:r>
                    <a:rPr lang="en-US" sz="1200" i="1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rimozione</a:t>
                  </a:r>
                  <a:r>
                    <a:rPr lang="en-US" sz="1200" i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di un </a:t>
                  </a:r>
                  <a:r>
                    <a:rPr lang="en-US" sz="1200" i="1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viaggio</a:t>
                  </a:r>
                  <a:r>
                    <a:rPr lang="en-US" sz="1200" i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come </a:t>
                  </a:r>
                  <a:r>
                    <a:rPr lang="en-US" sz="1200" i="1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completato</a:t>
                  </a:r>
                  <a:r>
                    <a:rPr lang="en-US" sz="1200" i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e </a:t>
                  </a:r>
                  <a:r>
                    <a:rPr lang="en-US" sz="1200" i="1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visualizzazione</a:t>
                  </a:r>
                  <a:r>
                    <a:rPr lang="en-US" sz="1200" i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200" i="1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nello</a:t>
                  </a:r>
                  <a:r>
                    <a:rPr lang="en-US" sz="1200" i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storico</a:t>
                  </a:r>
                  <a:endParaRPr sz="1200" b="0" i="1" u="none" strike="noStrike" cap="none"/>
                </a:p>
              </p:txBody>
            </p:sp>
            <p:sp>
              <p:nvSpPr>
                <p:cNvPr id="16" name="Google Shape;72;p14">
                  <a:extLst>
                    <a:ext uri="{FF2B5EF4-FFF2-40B4-BE49-F238E27FC236}">
                      <a16:creationId xmlns:a16="http://schemas.microsoft.com/office/drawing/2014/main" id="{19340971-E611-5445-8C8C-3ED281671C80}"/>
                    </a:ext>
                  </a:extLst>
                </p:cNvPr>
                <p:cNvSpPr/>
                <p:nvPr/>
              </p:nvSpPr>
              <p:spPr>
                <a:xfrm>
                  <a:off x="4584107" y="3295346"/>
                  <a:ext cx="3388418" cy="10730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285750" marR="0" lvl="0" indent="-28575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b="0" i="0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Imposta</a:t>
                  </a: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b="0" i="0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percorso</a:t>
                  </a: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b="0" i="0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completato</a:t>
                  </a: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(UC10)</a:t>
                  </a:r>
                </a:p>
                <a:p>
                  <a:pPr marL="285750" marR="0" lvl="0" indent="-28575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b="0" i="0" u="none" strike="noStrike" cap="none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Visualizza</a:t>
                  </a:r>
                  <a:r>
                    <a:rPr lang="en-US" sz="1400" b="0" i="0" u="none" strike="noStrike" cap="none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Storico (UC3.3)</a:t>
                  </a:r>
                </a:p>
                <a:p>
                  <a:pPr marL="285750" marR="0" lvl="0" indent="-285750" algn="l" rtl="0">
                    <a:lnSpc>
                      <a:spcPct val="151428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84653"/>
                    </a:buClr>
                    <a:buSzPts val="1750"/>
                    <a:buFont typeface="Wingdings" panose="05000000000000000000" pitchFamily="2" charset="2"/>
                    <a:buChar char="Ø"/>
                  </a:pP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Rimuovi</a:t>
                  </a:r>
                  <a:r>
                    <a:rPr lang="en-US" sz="140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percorso</a:t>
                  </a:r>
                  <a:r>
                    <a:rPr lang="en-US" sz="140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</a:t>
                  </a:r>
                  <a:r>
                    <a:rPr lang="en-US" sz="1400" err="1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completato</a:t>
                  </a:r>
                  <a:r>
                    <a:rPr lang="en-US" sz="1400">
                      <a:solidFill>
                        <a:srgbClr val="384653"/>
                      </a:solidFill>
                      <a:ea typeface="Roboto"/>
                      <a:cs typeface="Roboto"/>
                      <a:sym typeface="Roboto"/>
                    </a:rPr>
                    <a:t> (UC7)</a:t>
                  </a:r>
                </a:p>
              </p:txBody>
            </p:sp>
          </p:grpSp>
          <p:grpSp>
            <p:nvGrpSpPr>
              <p:cNvPr id="30" name="Gruppo 29">
                <a:extLst>
                  <a:ext uri="{FF2B5EF4-FFF2-40B4-BE49-F238E27FC236}">
                    <a16:creationId xmlns:a16="http://schemas.microsoft.com/office/drawing/2014/main" id="{AAF07E6A-9F7D-FC48-8335-E2EDCE674A1A}"/>
                  </a:ext>
                </a:extLst>
              </p:cNvPr>
              <p:cNvGrpSpPr/>
              <p:nvPr/>
            </p:nvGrpSpPr>
            <p:grpSpPr>
              <a:xfrm>
                <a:off x="4438634" y="5303158"/>
                <a:ext cx="3664744" cy="1271384"/>
                <a:chOff x="4438634" y="5303158"/>
                <a:chExt cx="3664744" cy="1271384"/>
              </a:xfrm>
            </p:grpSpPr>
            <p:sp>
              <p:nvSpPr>
                <p:cNvPr id="25" name="Google Shape;67;p14">
                  <a:extLst>
                    <a:ext uri="{FF2B5EF4-FFF2-40B4-BE49-F238E27FC236}">
                      <a16:creationId xmlns:a16="http://schemas.microsoft.com/office/drawing/2014/main" id="{E9DB8CCA-C701-BFAA-6749-35D9BD0EAE4C}"/>
                    </a:ext>
                  </a:extLst>
                </p:cNvPr>
                <p:cNvSpPr/>
                <p:nvPr/>
              </p:nvSpPr>
              <p:spPr>
                <a:xfrm>
                  <a:off x="4438634" y="5303158"/>
                  <a:ext cx="3664744" cy="1271384"/>
                </a:xfrm>
                <a:prstGeom prst="roundRect">
                  <a:avLst>
                    <a:gd name="adj" fmla="val 4812"/>
                  </a:avLst>
                </a:prstGeom>
                <a:solidFill>
                  <a:srgbClr val="D9EDF2"/>
                </a:solidFill>
                <a:ln w="9525" cap="flat" cmpd="sng">
                  <a:solidFill>
                    <a:srgbClr val="BFD3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68;p14">
                  <a:extLst>
                    <a:ext uri="{FF2B5EF4-FFF2-40B4-BE49-F238E27FC236}">
                      <a16:creationId xmlns:a16="http://schemas.microsoft.com/office/drawing/2014/main" id="{CB98F993-CB34-2968-B284-1A105004F488}"/>
                    </a:ext>
                  </a:extLst>
                </p:cNvPr>
                <p:cNvSpPr/>
                <p:nvPr/>
              </p:nvSpPr>
              <p:spPr>
                <a:xfrm>
                  <a:off x="4581015" y="5397988"/>
                  <a:ext cx="3388418" cy="3958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lvl="0" algn="ctr">
                    <a:lnSpc>
                      <a:spcPct val="125000"/>
                    </a:lnSpc>
                    <a:buClr>
                      <a:srgbClr val="384653"/>
                    </a:buClr>
                    <a:buSzPts val="2200"/>
                  </a:pPr>
                  <a:r>
                    <a:rPr lang="en-US" sz="2200" err="1">
                      <a:solidFill>
                        <a:srgbClr val="384653"/>
                      </a:solidFill>
                      <a:latin typeface="+mj-lt"/>
                      <a:sym typeface="Host Grotesk"/>
                    </a:rPr>
                    <a:t>Modifica</a:t>
                  </a:r>
                  <a:r>
                    <a:rPr lang="en-US" sz="2200">
                      <a:solidFill>
                        <a:srgbClr val="384653"/>
                      </a:solidFill>
                      <a:latin typeface="+mj-lt"/>
                      <a:sym typeface="Host Grotesk"/>
                    </a:rPr>
                    <a:t> </a:t>
                  </a:r>
                  <a:r>
                    <a:rPr lang="en-US" sz="2200" err="1">
                      <a:solidFill>
                        <a:srgbClr val="384653"/>
                      </a:solidFill>
                      <a:latin typeface="+mj-lt"/>
                      <a:sym typeface="Host Grotesk"/>
                    </a:rPr>
                    <a:t>tappe</a:t>
                  </a:r>
                  <a:r>
                    <a:rPr lang="en-US" sz="2200">
                      <a:solidFill>
                        <a:srgbClr val="384653"/>
                      </a:solidFill>
                      <a:latin typeface="+mj-lt"/>
                      <a:sym typeface="Host Grotesk"/>
                    </a:rPr>
                    <a:t> </a:t>
                  </a:r>
                  <a:r>
                    <a:rPr lang="en-US" sz="1600">
                      <a:solidFill>
                        <a:srgbClr val="384653"/>
                      </a:solidFill>
                      <a:latin typeface="+mj-lt"/>
                      <a:sym typeface="Host Grotesk"/>
                    </a:rPr>
                    <a:t>(UC15)</a:t>
                  </a:r>
                  <a:endParaRPr sz="1400">
                    <a:solidFill>
                      <a:srgbClr val="384653"/>
                    </a:solidFill>
                    <a:latin typeface="+mj-lt"/>
                  </a:endParaRPr>
                </a:p>
              </p:txBody>
            </p:sp>
            <p:sp>
              <p:nvSpPr>
                <p:cNvPr id="27" name="Google Shape;69;p14">
                  <a:extLst>
                    <a:ext uri="{FF2B5EF4-FFF2-40B4-BE49-F238E27FC236}">
                      <a16:creationId xmlns:a16="http://schemas.microsoft.com/office/drawing/2014/main" id="{3CC8CDDE-9517-9EA2-4679-EF7BA816FDF6}"/>
                    </a:ext>
                  </a:extLst>
                </p:cNvPr>
                <p:cNvSpPr/>
                <p:nvPr/>
              </p:nvSpPr>
              <p:spPr>
                <a:xfrm>
                  <a:off x="4576797" y="5858148"/>
                  <a:ext cx="3388418" cy="6463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lvl="0" algn="ctr">
                    <a:lnSpc>
                      <a:spcPct val="151428"/>
                    </a:lnSpc>
                    <a:buClr>
                      <a:srgbClr val="384653"/>
                    </a:buClr>
                    <a:buSzPts val="1750"/>
                  </a:pPr>
                  <a:r>
                    <a:rPr lang="it-IT" sz="1400" b="0" i="1" u="none" strike="noStrike" cap="none"/>
                    <a:t>Possibilità di modificare le tappe di un viaggio creato in precedenza</a:t>
                  </a:r>
                  <a:endParaRPr sz="1400" b="0" i="1" u="none" strike="noStrike" cap="none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87909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3F468-9C2E-BD3C-2555-8FE63026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385B349-7643-8A8D-6B49-67A94BA83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7FEFC5-3D3B-1F22-46C4-777344CEB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50513C3-27AD-D985-F04E-60FC157A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E49F7CB-68C7-7583-EDB3-62131027F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BAD40C7-DA34-6545-4FFB-3142F7434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56C6E8E-E1CB-CEBA-51D1-6F85749DA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Diagramma delle interfacce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D77D3B2F-CB47-8397-3BA0-1A26D1350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296" y="139464"/>
            <a:ext cx="4387079" cy="658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67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26D05-2115-4554-B4CA-C9A7A8A05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37AC8F3-D076-1B8C-2884-BF9B7E2D1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 Diagram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CBD11D6A-C191-D452-FAC9-B6B929A86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93221"/>
            <a:ext cx="4296016" cy="627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18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2904D-E6A3-1479-53C8-8C7436C26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F71F6C-9DBA-6F68-89FE-2DCB528A9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079C37-DDB7-0ABD-0160-816585BF8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E0E35E-6DCA-CDFA-8739-21DE473B4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5A2479-515E-84BF-4389-2BE2EA0A6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B2153C-65AB-AA66-B615-1B9E0E1B9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773F312-C09E-0B2D-F9A2-1830D3BC7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Deployment Diagram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9877EFB6-2637-8EE6-7381-F9BDB3232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3824" y="1825625"/>
            <a:ext cx="84643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2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3F339-6CE6-C74C-1683-9BCCE3A94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A947131-8338-6640-F16A-9CC36CAB4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5C99ADBE-F272-6BEC-7DA6-BA33CAD6C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E15CBD23-27D3-0116-A305-EE2E3E60A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E00AF665-2AB5-9BA9-C99A-623C3244A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078346C-EB20-3816-B2B1-C1DF4380E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Component Diagram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516950F9-E76C-1E48-6669-8D3C8886A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738" y="1941370"/>
            <a:ext cx="8736523" cy="447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793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20F7E-992E-7789-DCF7-478976054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90B302D-B6CC-C1A2-3689-3932712E5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BFC221A3-210E-E684-D838-EA1EF0847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4905B086-7057-D243-09F2-BB88D1CB1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CA01BF07-F849-50F6-7EE2-484F9728E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53CE3B7-EE13-268C-6CAF-4B1200711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Algoritmo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</a:t>
            </a:r>
            <a:r>
              <a:rPr lang="en-US" sz="4000" err="1">
                <a:solidFill>
                  <a:srgbClr val="FFFFFF"/>
                </a:solidFill>
              </a:rPr>
              <a:t>iaggio</a:t>
            </a:r>
            <a:r>
              <a:rPr lang="en-US" sz="4000">
                <a:solidFill>
                  <a:srgbClr val="FFFFFF"/>
                </a:solidFill>
              </a:rPr>
              <a:t> </a:t>
            </a:r>
            <a:r>
              <a:rPr lang="en-US" sz="4000" err="1">
                <a:solidFill>
                  <a:srgbClr val="FFFFFF"/>
                </a:solidFill>
              </a:rPr>
              <a:t>casuale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3DE8561C-A0F6-D306-3C93-521C91143C0B}"/>
              </a:ext>
            </a:extLst>
          </p:cNvPr>
          <p:cNvGrpSpPr/>
          <p:nvPr/>
        </p:nvGrpSpPr>
        <p:grpSpPr>
          <a:xfrm>
            <a:off x="215480" y="2251836"/>
            <a:ext cx="6157123" cy="3581695"/>
            <a:chOff x="207014" y="2174253"/>
            <a:chExt cx="7556420" cy="4082653"/>
          </a:xfrm>
        </p:grpSpPr>
        <p:pic>
          <p:nvPicPr>
            <p:cNvPr id="6" name="Google Shape;100;p16" descr="preencoded.png">
              <a:extLst>
                <a:ext uri="{FF2B5EF4-FFF2-40B4-BE49-F238E27FC236}">
                  <a16:creationId xmlns:a16="http://schemas.microsoft.com/office/drawing/2014/main" id="{41D89199-C31C-C962-6D07-E62B0383F92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7014" y="2174253"/>
              <a:ext cx="1134070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01;p16">
              <a:extLst>
                <a:ext uri="{FF2B5EF4-FFF2-40B4-BE49-F238E27FC236}">
                  <a16:creationId xmlns:a16="http://schemas.microsoft.com/office/drawing/2014/main" id="{1B2029B7-09B9-3EA2-2664-2C5AFDAFF4E1}"/>
                </a:ext>
              </a:extLst>
            </p:cNvPr>
            <p:cNvSpPr/>
            <p:nvPr/>
          </p:nvSpPr>
          <p:spPr>
            <a:xfrm>
              <a:off x="1567898" y="2401067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err="1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ptos Display" panose="02110004020202020204"/>
                  <a:ea typeface="Host Grotesk"/>
                  <a:cs typeface="Host Grotesk"/>
                  <a:sym typeface="Host Grotesk"/>
                </a:rPr>
                <a:t>Inizializzazione</a:t>
              </a:r>
              <a:endParaRPr kumimoji="0" sz="2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8" name="Google Shape;102;p16">
              <a:extLst>
                <a:ext uri="{FF2B5EF4-FFF2-40B4-BE49-F238E27FC236}">
                  <a16:creationId xmlns:a16="http://schemas.microsoft.com/office/drawing/2014/main" id="{DEBAF890-72C0-3979-23E3-F5E726068EB2}"/>
                </a:ext>
              </a:extLst>
            </p:cNvPr>
            <p:cNvSpPr/>
            <p:nvPr/>
          </p:nvSpPr>
          <p:spPr>
            <a:xfrm>
              <a:off x="1567898" y="2891485"/>
              <a:ext cx="6195536" cy="34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  <a:tabLst/>
                <a:defRPr/>
              </a:pP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Geocodifica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città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di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partenza</a:t>
              </a:r>
              <a:r>
                <a:rPr lang="en-US" sz="1750">
                  <a:solidFill>
                    <a:srgbClr val="384653"/>
                  </a:solidFill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,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filtraggio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monumenti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e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inizializzazione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variabili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di loop</a:t>
              </a:r>
              <a:endParaRPr kumimoji="0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9" name="Google Shape;103;p16" descr="preencoded.png">
              <a:extLst>
                <a:ext uri="{FF2B5EF4-FFF2-40B4-BE49-F238E27FC236}">
                  <a16:creationId xmlns:a16="http://schemas.microsoft.com/office/drawing/2014/main" id="{33F7AF4A-C6FF-77E4-B7F2-295BF7F6D0C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7014" y="3535137"/>
              <a:ext cx="1134069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Google Shape;104;p16">
              <a:extLst>
                <a:ext uri="{FF2B5EF4-FFF2-40B4-BE49-F238E27FC236}">
                  <a16:creationId xmlns:a16="http://schemas.microsoft.com/office/drawing/2014/main" id="{68535301-408C-5376-7644-EA86DAB15203}"/>
                </a:ext>
              </a:extLst>
            </p:cNvPr>
            <p:cNvSpPr/>
            <p:nvPr/>
          </p:nvSpPr>
          <p:spPr>
            <a:xfrm>
              <a:off x="1567898" y="3761951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  <a:tabLst/>
                <a:defRPr/>
              </a:pPr>
              <a:r>
                <a:rPr kumimoji="0" lang="it-IT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Selezione Greedy</a:t>
              </a:r>
              <a:endParaRPr kumimoji="0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11" name="Google Shape;105;p16">
              <a:extLst>
                <a:ext uri="{FF2B5EF4-FFF2-40B4-BE49-F238E27FC236}">
                  <a16:creationId xmlns:a16="http://schemas.microsoft.com/office/drawing/2014/main" id="{1F466DE7-E07D-D119-0E55-55557E96C8F8}"/>
                </a:ext>
              </a:extLst>
            </p:cNvPr>
            <p:cNvSpPr/>
            <p:nvPr/>
          </p:nvSpPr>
          <p:spPr>
            <a:xfrm>
              <a:off x="1567898" y="4252370"/>
              <a:ext cx="6195536" cy="870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>
                <a:buClr>
                  <a:srgbClr val="384653"/>
                </a:buClr>
                <a:buSzPts val="1750"/>
              </a:pP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Selezione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iterativa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dei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monumenti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nel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rispetto del</a:t>
              </a:r>
              <a:r>
                <a:rPr lang="en-US" sz="1750">
                  <a:solidFill>
                    <a:prstClr val="black"/>
                  </a:solidFill>
                  <a:latin typeface="Aptos" panose="02110004020202020204"/>
                  <a:sym typeface="Roboto"/>
                </a:rPr>
                <a:t> budget </a:t>
              </a:r>
              <a:r>
                <a:rPr lang="en-US" sz="1750" err="1">
                  <a:solidFill>
                    <a:prstClr val="black"/>
                  </a:solidFill>
                  <a:latin typeface="Aptos" panose="02110004020202020204"/>
                  <a:sym typeface="Roboto"/>
                </a:rPr>
                <a:t>temporale</a:t>
              </a:r>
              <a:r>
                <a:rPr lang="en-US" sz="1750">
                  <a:solidFill>
                    <a:prstClr val="black"/>
                  </a:solidFill>
                  <a:latin typeface="Aptos" panose="02110004020202020204"/>
                  <a:sym typeface="Roboto"/>
                </a:rPr>
                <a:t> </a:t>
              </a:r>
              <a:r>
                <a:rPr lang="en-US" sz="1750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(O(n²))</a:t>
              </a:r>
              <a:endParaRPr kumimoji="0" lang="en-US" sz="1750" b="0" i="0" u="none" strike="noStrike" kern="1200" cap="none" spc="0" normalizeH="0" baseline="0" noProof="0">
                <a:ln>
                  <a:noFill/>
                </a:ln>
                <a:solidFill>
                  <a:srgbClr val="384653"/>
                </a:solidFill>
                <a:effectLst/>
                <a:uLnTx/>
                <a:uFillTx/>
                <a:latin typeface="Aptos" panose="02110004020202020204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2" name="Google Shape;106;p16" descr="preencoded.png">
              <a:extLst>
                <a:ext uri="{FF2B5EF4-FFF2-40B4-BE49-F238E27FC236}">
                  <a16:creationId xmlns:a16="http://schemas.microsoft.com/office/drawing/2014/main" id="{499F9BDC-1533-7744-1292-52CF5C9F063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014" y="4896022"/>
              <a:ext cx="1134070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07;p16">
              <a:extLst>
                <a:ext uri="{FF2B5EF4-FFF2-40B4-BE49-F238E27FC236}">
                  <a16:creationId xmlns:a16="http://schemas.microsoft.com/office/drawing/2014/main" id="{EFFEE5C9-F2B5-EA9E-4164-52ACCB466812}"/>
                </a:ext>
              </a:extLst>
            </p:cNvPr>
            <p:cNvSpPr/>
            <p:nvPr/>
          </p:nvSpPr>
          <p:spPr>
            <a:xfrm>
              <a:off x="1567898" y="5122836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Host Grotesk"/>
                  <a:cs typeface="Host Grotesk"/>
                  <a:sym typeface="Host Grotesk"/>
                </a:rPr>
                <a:t>Creazione</a:t>
              </a: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Host Grotesk"/>
                  <a:cs typeface="Host Grotesk"/>
                  <a:sym typeface="Host Grotesk"/>
                </a:rPr>
                <a:t> </a:t>
              </a:r>
              <a:r>
                <a:rPr kumimoji="0" lang="en-US" sz="2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Host Grotesk"/>
                  <a:cs typeface="Host Grotesk"/>
                  <a:sym typeface="Host Grotesk"/>
                </a:rPr>
                <a:t>viaggio</a:t>
              </a:r>
              <a:endParaRPr kumimoji="0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14" name="Google Shape;108;p16">
              <a:extLst>
                <a:ext uri="{FF2B5EF4-FFF2-40B4-BE49-F238E27FC236}">
                  <a16:creationId xmlns:a16="http://schemas.microsoft.com/office/drawing/2014/main" id="{7E68EB25-8616-02F2-0C4B-FB441C8F7282}"/>
                </a:ext>
              </a:extLst>
            </p:cNvPr>
            <p:cNvSpPr/>
            <p:nvPr/>
          </p:nvSpPr>
          <p:spPr>
            <a:xfrm>
              <a:off x="1567898" y="5613254"/>
              <a:ext cx="6195536" cy="6436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  <a:tabLst/>
                <a:defRPr/>
              </a:pP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Validazione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risultato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,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assemblaggio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viaggio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e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persistenza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nel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DataBase</a:t>
              </a:r>
              <a:endParaRPr kumimoji="0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A3026FC8-FF76-3946-5D70-7B910D1AC2BB}"/>
              </a:ext>
            </a:extLst>
          </p:cNvPr>
          <p:cNvSpPr txBox="1">
            <a:spLocks/>
          </p:cNvSpPr>
          <p:nvPr/>
        </p:nvSpPr>
        <p:spPr>
          <a:xfrm>
            <a:off x="6438644" y="1642534"/>
            <a:ext cx="5651756" cy="5139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72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D95F8FFC-7BD3-523C-0FE8-96457A1944AC}"/>
              </a:ext>
            </a:extLst>
          </p:cNvPr>
          <p:cNvGrpSpPr/>
          <p:nvPr/>
        </p:nvGrpSpPr>
        <p:grpSpPr>
          <a:xfrm>
            <a:off x="6654544" y="1859497"/>
            <a:ext cx="5429215" cy="4533757"/>
            <a:chOff x="6337044" y="1656297"/>
            <a:chExt cx="5429215" cy="4533757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4C77FAB8-15C5-9378-4C72-CDB8EA57C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8643" y="1656297"/>
              <a:ext cx="4946648" cy="3625235"/>
            </a:xfrm>
            <a:prstGeom prst="rect">
              <a:avLst/>
            </a:prstGeom>
          </p:spPr>
        </p:pic>
        <p:pic>
          <p:nvPicPr>
            <p:cNvPr id="17" name="Immagine 16">
              <a:extLst>
                <a:ext uri="{FF2B5EF4-FFF2-40B4-BE49-F238E27FC236}">
                  <a16:creationId xmlns:a16="http://schemas.microsoft.com/office/drawing/2014/main" id="{41475079-B70B-266A-467C-29689189E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7044" y="5295295"/>
              <a:ext cx="5429215" cy="8947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2510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098FE-171A-1B24-E590-D690FEB88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E22707B-C050-A451-BD3F-97EDBFEC1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69B4F48B-D0A3-2DA2-7F6D-B38AA7FDC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92618F81-706D-512B-D3CD-2539FBDE4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B8A8F51B-E61D-A045-3809-AA29D9FE7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98163A6-1D92-6E13-8A4F-ECFCD550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Algoritmo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viaggio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err="1">
                <a:solidFill>
                  <a:srgbClr val="FFFFFF"/>
                </a:solidFill>
              </a:rPr>
              <a:t>c</a:t>
            </a:r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asuale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021911F5-DC55-ADFD-5B91-DD71943F696A}"/>
              </a:ext>
            </a:extLst>
          </p:cNvPr>
          <p:cNvGrpSpPr/>
          <p:nvPr/>
        </p:nvGrpSpPr>
        <p:grpSpPr>
          <a:xfrm>
            <a:off x="215480" y="2251836"/>
            <a:ext cx="6157123" cy="3581695"/>
            <a:chOff x="207014" y="2174253"/>
            <a:chExt cx="7556420" cy="4082653"/>
          </a:xfrm>
        </p:grpSpPr>
        <p:pic>
          <p:nvPicPr>
            <p:cNvPr id="6" name="Google Shape;100;p16" descr="preencoded.png">
              <a:extLst>
                <a:ext uri="{FF2B5EF4-FFF2-40B4-BE49-F238E27FC236}">
                  <a16:creationId xmlns:a16="http://schemas.microsoft.com/office/drawing/2014/main" id="{4D571BB7-1707-0E14-70E7-E9CD5C73D83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7014" y="2174253"/>
              <a:ext cx="1134070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01;p16">
              <a:extLst>
                <a:ext uri="{FF2B5EF4-FFF2-40B4-BE49-F238E27FC236}">
                  <a16:creationId xmlns:a16="http://schemas.microsoft.com/office/drawing/2014/main" id="{417BFDAE-25A7-7CAD-FE88-E92BA59A4201}"/>
                </a:ext>
              </a:extLst>
            </p:cNvPr>
            <p:cNvSpPr/>
            <p:nvPr/>
          </p:nvSpPr>
          <p:spPr>
            <a:xfrm>
              <a:off x="1567898" y="2401067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err="1">
                  <a:ln>
                    <a:noFill/>
                  </a:ln>
                  <a:effectLst/>
                  <a:uLnTx/>
                  <a:uFillTx/>
                  <a:latin typeface="Aptos Display" panose="02110004020202020204"/>
                  <a:ea typeface="Host Grotesk"/>
                  <a:cs typeface="Host Grotesk"/>
                  <a:sym typeface="Host Grotesk"/>
                </a:rPr>
                <a:t>Inizializzazione</a:t>
              </a:r>
              <a:endParaRPr kumimoji="0" sz="2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8" name="Google Shape;102;p16">
              <a:extLst>
                <a:ext uri="{FF2B5EF4-FFF2-40B4-BE49-F238E27FC236}">
                  <a16:creationId xmlns:a16="http://schemas.microsoft.com/office/drawing/2014/main" id="{B03A2861-D611-5FC1-030F-0769E93A35F8}"/>
                </a:ext>
              </a:extLst>
            </p:cNvPr>
            <p:cNvSpPr/>
            <p:nvPr/>
          </p:nvSpPr>
          <p:spPr>
            <a:xfrm>
              <a:off x="1567898" y="2891485"/>
              <a:ext cx="6195536" cy="34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  <a:tabLst/>
                <a:defRPr/>
              </a:pP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Geocodifica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cittè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e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filtraggio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monumenti</a:t>
              </a:r>
              <a:endParaRPr kumimoji="0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9" name="Google Shape;103;p16" descr="preencoded.png">
              <a:extLst>
                <a:ext uri="{FF2B5EF4-FFF2-40B4-BE49-F238E27FC236}">
                  <a16:creationId xmlns:a16="http://schemas.microsoft.com/office/drawing/2014/main" id="{CEDE083D-11DF-565D-CD40-1D8E1E49907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7014" y="3535137"/>
              <a:ext cx="1134069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Google Shape;104;p16">
              <a:extLst>
                <a:ext uri="{FF2B5EF4-FFF2-40B4-BE49-F238E27FC236}">
                  <a16:creationId xmlns:a16="http://schemas.microsoft.com/office/drawing/2014/main" id="{CE0008D4-77A4-E86F-FEC5-0CD9ECF4C922}"/>
                </a:ext>
              </a:extLst>
            </p:cNvPr>
            <p:cNvSpPr/>
            <p:nvPr/>
          </p:nvSpPr>
          <p:spPr>
            <a:xfrm>
              <a:off x="1567898" y="3761951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  <a:tabLst/>
                <a:defRPr/>
              </a:pPr>
              <a:r>
                <a:rPr kumimoji="0" lang="it-IT" sz="2200" b="0" i="0" u="none" strike="noStrike" kern="1200" cap="none" spc="0" normalizeH="0" baseline="0" noProof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Selezione Greedy</a:t>
              </a:r>
              <a:endParaRPr kumimoji="0" sz="22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11" name="Google Shape;105;p16">
              <a:extLst>
                <a:ext uri="{FF2B5EF4-FFF2-40B4-BE49-F238E27FC236}">
                  <a16:creationId xmlns:a16="http://schemas.microsoft.com/office/drawing/2014/main" id="{146BFC82-007B-1D80-A6A8-CF754FE7F2A8}"/>
                </a:ext>
              </a:extLst>
            </p:cNvPr>
            <p:cNvSpPr/>
            <p:nvPr/>
          </p:nvSpPr>
          <p:spPr>
            <a:xfrm>
              <a:off x="1567898" y="4252370"/>
              <a:ext cx="6195536" cy="870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>
                <a:buClr>
                  <a:srgbClr val="384653"/>
                </a:buClr>
                <a:buSzPts val="1750"/>
                <a:defRPr/>
              </a:pP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Selezione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iterativa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dei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monumenti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nel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rispetto del</a:t>
              </a:r>
              <a:r>
                <a:rPr lang="en-US" sz="1750">
                  <a:solidFill>
                    <a:prstClr val="black"/>
                  </a:solidFill>
                  <a:latin typeface="Aptos" panose="02110004020202020204"/>
                  <a:sym typeface="Roboto"/>
                </a:rPr>
                <a:t> budget </a:t>
              </a:r>
              <a:r>
                <a:rPr lang="en-US" sz="1750" err="1">
                  <a:solidFill>
                    <a:prstClr val="black"/>
                  </a:solidFill>
                  <a:latin typeface="Aptos" panose="02110004020202020204"/>
                  <a:sym typeface="Roboto"/>
                </a:rPr>
                <a:t>temporale</a:t>
              </a:r>
              <a:r>
                <a:rPr lang="en-US" sz="1750">
                  <a:solidFill>
                    <a:prstClr val="black"/>
                  </a:solidFill>
                  <a:latin typeface="Aptos" panose="02110004020202020204"/>
                  <a:sym typeface="Roboto"/>
                </a:rPr>
                <a:t> </a:t>
              </a:r>
              <a:r>
                <a:rPr lang="en-US" sz="1750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(O(n²))</a:t>
              </a:r>
              <a:endParaRPr kumimoji="0" lang="en-US" sz="1750" b="0" i="0" u="none" strike="noStrike" kern="1200" cap="none" spc="0" normalizeH="0" baseline="0" noProof="0">
                <a:ln>
                  <a:noFill/>
                </a:ln>
                <a:solidFill>
                  <a:srgbClr val="384653"/>
                </a:solidFill>
                <a:effectLst/>
                <a:uLnTx/>
                <a:uFillTx/>
                <a:latin typeface="Aptos" panose="02110004020202020204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2" name="Google Shape;106;p16" descr="preencoded.png">
              <a:extLst>
                <a:ext uri="{FF2B5EF4-FFF2-40B4-BE49-F238E27FC236}">
                  <a16:creationId xmlns:a16="http://schemas.microsoft.com/office/drawing/2014/main" id="{91D9A577-4A02-0D55-6BDA-101A6E219E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014" y="4896022"/>
              <a:ext cx="1134070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07;p16">
              <a:extLst>
                <a:ext uri="{FF2B5EF4-FFF2-40B4-BE49-F238E27FC236}">
                  <a16:creationId xmlns:a16="http://schemas.microsoft.com/office/drawing/2014/main" id="{11DE8882-5E30-FC37-B0DC-19D9685975AC}"/>
                </a:ext>
              </a:extLst>
            </p:cNvPr>
            <p:cNvSpPr/>
            <p:nvPr/>
          </p:nvSpPr>
          <p:spPr>
            <a:xfrm>
              <a:off x="1567898" y="5122836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Host Grotesk"/>
                  <a:cs typeface="Host Grotesk"/>
                  <a:sym typeface="Host Grotesk"/>
                </a:rPr>
                <a:t>Creazione</a:t>
              </a: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Host Grotesk"/>
                  <a:cs typeface="Host Grotesk"/>
                  <a:sym typeface="Host Grotesk"/>
                </a:rPr>
                <a:t> </a:t>
              </a:r>
              <a:r>
                <a:rPr kumimoji="0" lang="en-US" sz="2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Host Grotesk"/>
                  <a:cs typeface="Host Grotesk"/>
                  <a:sym typeface="Host Grotesk"/>
                </a:rPr>
                <a:t>viaggio</a:t>
              </a:r>
              <a:endParaRPr kumimoji="0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14" name="Google Shape;108;p16">
              <a:extLst>
                <a:ext uri="{FF2B5EF4-FFF2-40B4-BE49-F238E27FC236}">
                  <a16:creationId xmlns:a16="http://schemas.microsoft.com/office/drawing/2014/main" id="{F0F38049-9414-8504-DBCF-CFFDD34D71C6}"/>
                </a:ext>
              </a:extLst>
            </p:cNvPr>
            <p:cNvSpPr/>
            <p:nvPr/>
          </p:nvSpPr>
          <p:spPr>
            <a:xfrm>
              <a:off x="1567898" y="5613254"/>
              <a:ext cx="6195536" cy="6436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  <a:tabLst/>
                <a:defRPr/>
              </a:pP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Validazione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risultato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,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assemblaggio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viaggio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e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persistenza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nel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DataBase</a:t>
              </a:r>
              <a:endParaRPr kumimoji="0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798A64BC-024D-8286-E7A7-983D07C2566C}"/>
              </a:ext>
            </a:extLst>
          </p:cNvPr>
          <p:cNvSpPr txBox="1">
            <a:spLocks/>
          </p:cNvSpPr>
          <p:nvPr/>
        </p:nvSpPr>
        <p:spPr>
          <a:xfrm>
            <a:off x="6438644" y="1642534"/>
            <a:ext cx="5651756" cy="5139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72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252E08A-BB06-CA29-4F20-3F3B89182E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926" y="1860026"/>
            <a:ext cx="4963715" cy="450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655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359A3-7BCE-CD20-48CA-E03C33476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A1A4247-ECC2-A20B-E130-1A7C67161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E2CCE6EB-B3E7-BAEE-A727-3D653590E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A0668D5F-8BEB-C617-005D-CAE8A4F8B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649D38D5-90DD-4EAA-B960-583BDBC33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BC8C8CC-3182-73DB-426C-483564C31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Algoritmo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viaggio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err="1">
                <a:solidFill>
                  <a:srgbClr val="FFFFFF"/>
                </a:solidFill>
              </a:rPr>
              <a:t>c</a:t>
            </a:r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asuale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7BE9BE04-316E-DEE4-54F5-464F4CA5F9B4}"/>
              </a:ext>
            </a:extLst>
          </p:cNvPr>
          <p:cNvGrpSpPr/>
          <p:nvPr/>
        </p:nvGrpSpPr>
        <p:grpSpPr>
          <a:xfrm>
            <a:off x="215480" y="2251836"/>
            <a:ext cx="6157123" cy="3581695"/>
            <a:chOff x="207014" y="2174253"/>
            <a:chExt cx="7556420" cy="4082653"/>
          </a:xfrm>
        </p:grpSpPr>
        <p:pic>
          <p:nvPicPr>
            <p:cNvPr id="6" name="Google Shape;100;p16" descr="preencoded.png">
              <a:extLst>
                <a:ext uri="{FF2B5EF4-FFF2-40B4-BE49-F238E27FC236}">
                  <a16:creationId xmlns:a16="http://schemas.microsoft.com/office/drawing/2014/main" id="{B1F32548-E0BE-4B2B-7E9F-34E916A7722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7014" y="2174253"/>
              <a:ext cx="1134070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01;p16">
              <a:extLst>
                <a:ext uri="{FF2B5EF4-FFF2-40B4-BE49-F238E27FC236}">
                  <a16:creationId xmlns:a16="http://schemas.microsoft.com/office/drawing/2014/main" id="{27536F9D-4DFA-9A6D-2981-62E4E87A87B9}"/>
                </a:ext>
              </a:extLst>
            </p:cNvPr>
            <p:cNvSpPr/>
            <p:nvPr/>
          </p:nvSpPr>
          <p:spPr>
            <a:xfrm>
              <a:off x="1567898" y="2401067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err="1">
                  <a:ln>
                    <a:noFill/>
                  </a:ln>
                  <a:effectLst/>
                  <a:uLnTx/>
                  <a:uFillTx/>
                  <a:latin typeface="Aptos Display" panose="02110004020202020204"/>
                  <a:ea typeface="Host Grotesk"/>
                  <a:cs typeface="Host Grotesk"/>
                  <a:sym typeface="Host Grotesk"/>
                </a:rPr>
                <a:t>Inizializzazione</a:t>
              </a:r>
              <a:endParaRPr kumimoji="0" sz="2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8" name="Google Shape;102;p16">
              <a:extLst>
                <a:ext uri="{FF2B5EF4-FFF2-40B4-BE49-F238E27FC236}">
                  <a16:creationId xmlns:a16="http://schemas.microsoft.com/office/drawing/2014/main" id="{1E1F424E-20AC-0035-F0FE-E951D007431B}"/>
                </a:ext>
              </a:extLst>
            </p:cNvPr>
            <p:cNvSpPr/>
            <p:nvPr/>
          </p:nvSpPr>
          <p:spPr>
            <a:xfrm>
              <a:off x="1567898" y="2891485"/>
              <a:ext cx="6195536" cy="34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  <a:tabLst/>
                <a:defRPr/>
              </a:pP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Geocodifica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cittè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e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filtraggio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monumenti</a:t>
              </a:r>
              <a:endParaRPr kumimoji="0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9" name="Google Shape;103;p16" descr="preencoded.png">
              <a:extLst>
                <a:ext uri="{FF2B5EF4-FFF2-40B4-BE49-F238E27FC236}">
                  <a16:creationId xmlns:a16="http://schemas.microsoft.com/office/drawing/2014/main" id="{8ADB5243-D27B-6CEC-D71A-0968B4B44BC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7014" y="3535137"/>
              <a:ext cx="1134069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Google Shape;104;p16">
              <a:extLst>
                <a:ext uri="{FF2B5EF4-FFF2-40B4-BE49-F238E27FC236}">
                  <a16:creationId xmlns:a16="http://schemas.microsoft.com/office/drawing/2014/main" id="{EACEBA25-E2CF-2076-9441-07406E502848}"/>
                </a:ext>
              </a:extLst>
            </p:cNvPr>
            <p:cNvSpPr/>
            <p:nvPr/>
          </p:nvSpPr>
          <p:spPr>
            <a:xfrm>
              <a:off x="1567898" y="3761951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  <a:tabLst/>
                <a:defRPr/>
              </a:pPr>
              <a:r>
                <a:rPr kumimoji="0" lang="it-IT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Selezione Greedy</a:t>
              </a:r>
              <a:endParaRPr kumimoji="0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11" name="Google Shape;105;p16">
              <a:extLst>
                <a:ext uri="{FF2B5EF4-FFF2-40B4-BE49-F238E27FC236}">
                  <a16:creationId xmlns:a16="http://schemas.microsoft.com/office/drawing/2014/main" id="{5B2AD480-6A29-F9C7-C10F-4DFFF1FF9EFF}"/>
                </a:ext>
              </a:extLst>
            </p:cNvPr>
            <p:cNvSpPr/>
            <p:nvPr/>
          </p:nvSpPr>
          <p:spPr>
            <a:xfrm>
              <a:off x="1567898" y="4252370"/>
              <a:ext cx="6195536" cy="870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>
                <a:buClr>
                  <a:srgbClr val="384653"/>
                </a:buClr>
                <a:buSzPts val="1750"/>
                <a:defRPr/>
              </a:pP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Selezione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iterativa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dei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monumenti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nel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rispetto del</a:t>
              </a:r>
              <a:r>
                <a:rPr lang="en-US" sz="1750">
                  <a:solidFill>
                    <a:prstClr val="black"/>
                  </a:solidFill>
                  <a:latin typeface="Aptos" panose="02110004020202020204"/>
                  <a:sym typeface="Roboto"/>
                </a:rPr>
                <a:t> budget </a:t>
              </a:r>
              <a:r>
                <a:rPr lang="en-US" sz="1750" err="1">
                  <a:solidFill>
                    <a:prstClr val="black"/>
                  </a:solidFill>
                  <a:latin typeface="Aptos" panose="02110004020202020204"/>
                  <a:sym typeface="Roboto"/>
                </a:rPr>
                <a:t>temporale</a:t>
              </a:r>
              <a:r>
                <a:rPr lang="en-US" sz="1750">
                  <a:solidFill>
                    <a:prstClr val="black"/>
                  </a:solidFill>
                  <a:latin typeface="Aptos" panose="02110004020202020204"/>
                  <a:sym typeface="Roboto"/>
                </a:rPr>
                <a:t> </a:t>
              </a:r>
              <a:r>
                <a:rPr lang="en-US" sz="1750">
                  <a:solidFill>
                    <a:srgbClr val="384653"/>
                  </a:solidFill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(O(n²))</a:t>
              </a:r>
              <a:endParaRPr kumimoji="0" lang="en-US" sz="1750" b="0" i="0" u="none" strike="noStrike" kern="1200" cap="none" spc="0" normalizeH="0" baseline="0" noProof="0">
                <a:ln>
                  <a:noFill/>
                </a:ln>
                <a:solidFill>
                  <a:srgbClr val="384653"/>
                </a:solidFill>
                <a:effectLst/>
                <a:uLnTx/>
                <a:uFillTx/>
                <a:latin typeface="Aptos" panose="02110004020202020204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2" name="Google Shape;106;p16" descr="preencoded.png">
              <a:extLst>
                <a:ext uri="{FF2B5EF4-FFF2-40B4-BE49-F238E27FC236}">
                  <a16:creationId xmlns:a16="http://schemas.microsoft.com/office/drawing/2014/main" id="{B9D71A89-6438-C239-6AAB-67A15CC44B4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7014" y="4896022"/>
              <a:ext cx="1134070" cy="1360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07;p16">
              <a:extLst>
                <a:ext uri="{FF2B5EF4-FFF2-40B4-BE49-F238E27FC236}">
                  <a16:creationId xmlns:a16="http://schemas.microsoft.com/office/drawing/2014/main" id="{7D09E285-3F95-3D9F-E41E-2356E7207637}"/>
                </a:ext>
              </a:extLst>
            </p:cNvPr>
            <p:cNvSpPr/>
            <p:nvPr/>
          </p:nvSpPr>
          <p:spPr>
            <a:xfrm>
              <a:off x="1567898" y="5122836"/>
              <a:ext cx="2835235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200"/>
                <a:buFont typeface="Host Grotesk"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err="1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Aptos Display" panose="02110004020202020204"/>
                  <a:ea typeface="Host Grotesk"/>
                  <a:cs typeface="Host Grotesk"/>
                  <a:sym typeface="Host Grotesk"/>
                </a:rPr>
                <a:t>Creazione</a:t>
              </a: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Aptos Display" panose="02110004020202020204"/>
                  <a:ea typeface="Host Grotesk"/>
                  <a:cs typeface="Host Grotesk"/>
                  <a:sym typeface="Host Grotesk"/>
                </a:rPr>
                <a:t> </a:t>
              </a:r>
              <a:r>
                <a:rPr kumimoji="0" lang="en-US" sz="2200" b="0" i="0" u="none" strike="noStrike" kern="1200" cap="none" spc="0" normalizeH="0" baseline="0" noProof="0" err="1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Aptos Display" panose="02110004020202020204"/>
                  <a:ea typeface="Host Grotesk"/>
                  <a:cs typeface="Host Grotesk"/>
                  <a:sym typeface="Host Grotesk"/>
                </a:rPr>
                <a:t>viaggio</a:t>
              </a:r>
              <a:endParaRPr kumimoji="0" sz="22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14" name="Google Shape;108;p16">
              <a:extLst>
                <a:ext uri="{FF2B5EF4-FFF2-40B4-BE49-F238E27FC236}">
                  <a16:creationId xmlns:a16="http://schemas.microsoft.com/office/drawing/2014/main" id="{696B0051-AE5B-8AAD-6C1A-7C3CD067806F}"/>
                </a:ext>
              </a:extLst>
            </p:cNvPr>
            <p:cNvSpPr/>
            <p:nvPr/>
          </p:nvSpPr>
          <p:spPr>
            <a:xfrm>
              <a:off x="1567898" y="5613254"/>
              <a:ext cx="6195536" cy="6436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1750"/>
                <a:buFont typeface="Roboto"/>
                <a:buNone/>
                <a:tabLst/>
                <a:defRPr/>
              </a:pP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Validazione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risultato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,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assemblaggio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viaggio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e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persistenza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nel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 </a:t>
              </a:r>
              <a:r>
                <a:rPr kumimoji="0" lang="en-US" sz="1750" b="0" i="0" u="none" strike="noStrike" kern="1200" cap="none" spc="0" normalizeH="0" baseline="0" noProof="0" err="1">
                  <a:ln>
                    <a:noFill/>
                  </a:ln>
                  <a:solidFill>
                    <a:srgbClr val="384653"/>
                  </a:solidFill>
                  <a:effectLst/>
                  <a:uLnTx/>
                  <a:uFillTx/>
                  <a:latin typeface="Aptos" panose="02110004020202020204"/>
                  <a:ea typeface="Roboto"/>
                  <a:cs typeface="Roboto"/>
                  <a:sym typeface="Roboto"/>
                </a:rPr>
                <a:t>DataBase</a:t>
              </a:r>
              <a:endParaRPr kumimoji="0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C328A935-F28D-AD2B-55F5-A56D3C82C411}"/>
              </a:ext>
            </a:extLst>
          </p:cNvPr>
          <p:cNvSpPr txBox="1">
            <a:spLocks/>
          </p:cNvSpPr>
          <p:nvPr/>
        </p:nvSpPr>
        <p:spPr>
          <a:xfrm>
            <a:off x="6438644" y="1642534"/>
            <a:ext cx="5651756" cy="5139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72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4230DB8-31EE-BF85-BC58-B8239CFDF9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7"/>
          <a:stretch>
            <a:fillRect/>
          </a:stretch>
        </p:blipFill>
        <p:spPr>
          <a:xfrm>
            <a:off x="6676571" y="3291841"/>
            <a:ext cx="5479869" cy="135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07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B117A-74FF-BD8F-871B-4EAF564DE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F0232A7-A786-DD14-74F1-0E4E7AFE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6503F6-A5FA-BCE3-B121-F2226DDDE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C784DF-8F15-1A5F-6123-4C1BBE3A8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9A421E-6B10-C27B-BCA4-9C9A85D1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6DA61A-0DD9-A521-937A-4C5381F54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97F9F5C-890C-2F8A-C27A-4B048A1E7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B51320-5981-AB88-20DE-55557CCCA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5F1B007-1E6E-E5E4-40A4-2F594B1E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err="1">
                <a:solidFill>
                  <a:srgbClr val="FFFFFF"/>
                </a:solidFill>
              </a:rPr>
              <a:t>CodeMR</a:t>
            </a:r>
            <a:endParaRPr lang="it-IT" sz="4000">
              <a:solidFill>
                <a:srgbClr val="FFFFFF"/>
              </a:solidFill>
            </a:endParaRP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C2A1B24B-2F7D-879E-8CA9-26A06424F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655"/>
          <a:stretch>
            <a:fillRect/>
          </a:stretch>
        </p:blipFill>
        <p:spPr>
          <a:xfrm>
            <a:off x="6611885" y="3017520"/>
            <a:ext cx="2347163" cy="3539785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6C2F8F1D-1289-96AC-675C-2EABD5D68A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350" y="362975"/>
            <a:ext cx="2347163" cy="6111770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9B50E133-87A9-3597-F87D-BE6E96B7C6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21"/>
          <a:stretch>
            <a:fillRect/>
          </a:stretch>
        </p:blipFill>
        <p:spPr>
          <a:xfrm>
            <a:off x="8959048" y="2814320"/>
            <a:ext cx="2367625" cy="365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46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8F918-76DC-DFB2-C8E6-479808CD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545D714-39AE-FE98-A7E0-18FAC83DC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CBB714C5-03D2-244A-205F-558A5D024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35413F-9817-8EA6-4D96-36F23D1A6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A228CA-D378-6EE5-A028-33C235EB6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153AD20-7ADC-61E3-D8AD-AA196C5D5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b="1">
                <a:solidFill>
                  <a:srgbClr val="FFFFFF"/>
                </a:solidFill>
              </a:rPr>
              <a:t>Junit</a:t>
            </a:r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181FCC33-BF74-61D2-DCA1-DE6079C1AF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766549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149556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C6A8E-740B-0E19-B759-EB9F0E97B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5360387-2D2B-90A4-C7B6-7AD1B1135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499A60-B0E3-5C0A-1143-04E3A86D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8C38C9-0A44-9495-7D41-11CD9B797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B0961C-356D-E190-02FD-AA0D8629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822EBAA-E7E4-7267-6A87-F447BCEC4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4F6705-3857-6131-4DF4-5E007717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65A2CD1-8830-75A2-56BB-642E4C3B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it-IT" sz="4000" b="1">
                <a:solidFill>
                  <a:srgbClr val="FFFFFF"/>
                </a:solidFill>
              </a:rPr>
              <a:t>Junit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F9668C84-3CAF-CCCE-B402-382BDE605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590" y="364743"/>
            <a:ext cx="3970364" cy="4115157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5D79C0BF-9018-2A89-5024-C9D605F456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182" y="364743"/>
            <a:ext cx="4008467" cy="57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811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F39E92-6C05-B487-C0FC-1B91306A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949DDD-6456-CA84-8560-B8F738A39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490B9E-6F2F-F079-547B-12B52F239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76599A-5D2E-91E8-15EF-6FA3D87EA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8B9AE2-7540-56DD-1B83-755DC29F2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41F441-E4F7-E4C4-0209-985C96FF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4F611A4-3CA0-E731-69C6-4B39F41E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API </a:t>
            </a:r>
            <a:r>
              <a:rPr lang="en-US" sz="4000" err="1">
                <a:solidFill>
                  <a:srgbClr val="FFFFFF"/>
                </a:solidFill>
              </a:rPr>
              <a:t>esposte</a:t>
            </a:r>
            <a:r>
              <a:rPr lang="en-US" sz="4000">
                <a:solidFill>
                  <a:srgbClr val="FFFFFF"/>
                </a:solidFill>
              </a:rPr>
              <a:t> &amp; test in Postman</a:t>
            </a:r>
          </a:p>
        </p:txBody>
      </p:sp>
      <p:grpSp>
        <p:nvGrpSpPr>
          <p:cNvPr id="54" name="Gruppo 53">
            <a:extLst>
              <a:ext uri="{FF2B5EF4-FFF2-40B4-BE49-F238E27FC236}">
                <a16:creationId xmlns:a16="http://schemas.microsoft.com/office/drawing/2014/main" id="{C0F04299-3AB2-BB4E-44D5-43120318B62E}"/>
              </a:ext>
            </a:extLst>
          </p:cNvPr>
          <p:cNvGrpSpPr/>
          <p:nvPr/>
        </p:nvGrpSpPr>
        <p:grpSpPr>
          <a:xfrm>
            <a:off x="285464" y="2363371"/>
            <a:ext cx="6439724" cy="4124744"/>
            <a:chOff x="285464" y="2168726"/>
            <a:chExt cx="6439724" cy="4124744"/>
          </a:xfrm>
        </p:grpSpPr>
        <p:sp>
          <p:nvSpPr>
            <p:cNvPr id="5" name="Google Shape;67;p14">
              <a:extLst>
                <a:ext uri="{FF2B5EF4-FFF2-40B4-BE49-F238E27FC236}">
                  <a16:creationId xmlns:a16="http://schemas.microsoft.com/office/drawing/2014/main" id="{33D12FF0-3D38-D75C-CFD6-D1CE5FB7D8B8}"/>
                </a:ext>
              </a:extLst>
            </p:cNvPr>
            <p:cNvSpPr/>
            <p:nvPr/>
          </p:nvSpPr>
          <p:spPr>
            <a:xfrm>
              <a:off x="285464" y="2168726"/>
              <a:ext cx="6439724" cy="4124744"/>
            </a:xfrm>
            <a:prstGeom prst="roundRect">
              <a:avLst>
                <a:gd name="adj" fmla="val 4812"/>
              </a:avLst>
            </a:prstGeom>
            <a:solidFill>
              <a:srgbClr val="D9EDF2"/>
            </a:solidFill>
            <a:ln w="9525" cap="flat" cmpd="sng">
              <a:solidFill>
                <a:srgbClr val="BFD3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0;p20">
              <a:extLst>
                <a:ext uri="{FF2B5EF4-FFF2-40B4-BE49-F238E27FC236}">
                  <a16:creationId xmlns:a16="http://schemas.microsoft.com/office/drawing/2014/main" id="{FC7D1D6A-3E58-6A43-216B-05DF084A61E5}"/>
                </a:ext>
              </a:extLst>
            </p:cNvPr>
            <p:cNvSpPr/>
            <p:nvPr/>
          </p:nvSpPr>
          <p:spPr>
            <a:xfrm>
              <a:off x="540006" y="2350204"/>
              <a:ext cx="2259689" cy="354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3C4E"/>
                </a:buClr>
                <a:buSzPts val="2200"/>
                <a:buFont typeface="Host Grotesk"/>
                <a:buNone/>
              </a:pPr>
              <a:r>
                <a:rPr lang="en-US" b="1" i="0" u="none" strike="noStrike" cap="none" err="1">
                  <a:solidFill>
                    <a:srgbClr val="2E3C4E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Gestione</a:t>
              </a:r>
              <a:r>
                <a:rPr lang="en-US" b="1" i="0" u="none" strike="noStrike" cap="none">
                  <a:solidFill>
                    <a:srgbClr val="2E3C4E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 </a:t>
              </a:r>
              <a:r>
                <a:rPr lang="en-US" b="1" err="1">
                  <a:solidFill>
                    <a:srgbClr val="2E3C4E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v</a:t>
              </a:r>
              <a:r>
                <a:rPr lang="en-US" b="1" i="0" u="none" strike="noStrike" cap="none" err="1">
                  <a:solidFill>
                    <a:srgbClr val="2E3C4E"/>
                  </a:solidFill>
                  <a:latin typeface="+mj-lt"/>
                  <a:ea typeface="Host Grotesk"/>
                  <a:cs typeface="Host Grotesk"/>
                  <a:sym typeface="Host Grotesk"/>
                </a:rPr>
                <a:t>iaggi</a:t>
              </a:r>
              <a:endParaRPr b="1" i="0" u="none" strike="noStrike" cap="none">
                <a:latin typeface="+mj-lt"/>
              </a:endParaRPr>
            </a:p>
          </p:txBody>
        </p:sp>
        <p:sp>
          <p:nvSpPr>
            <p:cNvPr id="17" name="Google Shape;171;p20">
              <a:extLst>
                <a:ext uri="{FF2B5EF4-FFF2-40B4-BE49-F238E27FC236}">
                  <a16:creationId xmlns:a16="http://schemas.microsoft.com/office/drawing/2014/main" id="{5CAE543A-8A39-2C1F-C395-66702130BC21}"/>
                </a:ext>
              </a:extLst>
            </p:cNvPr>
            <p:cNvSpPr/>
            <p:nvPr/>
          </p:nvSpPr>
          <p:spPr>
            <a:xfrm>
              <a:off x="540007" y="2931348"/>
              <a:ext cx="6051293" cy="30425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342900" lvl="0" indent="-342900">
                <a:lnSpc>
                  <a:spcPct val="151428"/>
                </a:lnSpc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r>
                <a:rPr lang="en-US" sz="140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POST /</a:t>
              </a:r>
              <a:r>
                <a:rPr lang="en-US" sz="1400" b="0" i="0" u="none" strike="noStrike" cap="none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api</a:t>
              </a:r>
              <a:r>
                <a:rPr lang="en-US" sz="1400" b="0" i="0" u="none" strike="noStrike" cap="none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/trips</a:t>
              </a:r>
              <a:r>
                <a:rPr lang="it-IT" sz="1400">
                  <a:solidFill>
                    <a:srgbClr val="384653"/>
                  </a:solidFill>
                  <a:ea typeface="Roboto"/>
                  <a:cs typeface="Roboto"/>
                </a:rPr>
                <a:t>/{id}/</a:t>
              </a:r>
              <a:r>
                <a:rPr lang="it-IT" sz="1400" err="1">
                  <a:solidFill>
                    <a:srgbClr val="384653"/>
                  </a:solidFill>
                  <a:ea typeface="Roboto"/>
                  <a:cs typeface="Roboto"/>
                </a:rPr>
                <a:t>publish</a:t>
              </a:r>
              <a:endParaRPr lang="it-IT" sz="1400">
                <a:solidFill>
                  <a:srgbClr val="384653"/>
                </a:solidFill>
                <a:ea typeface="Roboto"/>
                <a:cs typeface="Roboto"/>
              </a:endParaRPr>
            </a:p>
            <a:p>
              <a:pPr marL="342900" lvl="0" indent="-342900">
                <a:lnSpc>
                  <a:spcPct val="151428"/>
                </a:lnSpc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r>
                <a:rPr lang="en-US" sz="1400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POST /</a:t>
              </a:r>
              <a:r>
                <a:rPr lang="en-US" sz="1400" err="1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api</a:t>
              </a:r>
              <a:r>
                <a:rPr lang="en-US" sz="1400">
                  <a:solidFill>
                    <a:srgbClr val="384653"/>
                  </a:solidFill>
                  <a:ea typeface="Roboto"/>
                  <a:cs typeface="Roboto"/>
                  <a:sym typeface="Roboto"/>
                </a:rPr>
                <a:t>/trips</a:t>
              </a:r>
              <a:r>
                <a:rPr lang="it-IT" sz="1400">
                  <a:solidFill>
                    <a:srgbClr val="384653"/>
                  </a:solidFill>
                  <a:ea typeface="Roboto"/>
                  <a:cs typeface="Roboto"/>
                </a:rPr>
                <a:t>/{id}/</a:t>
              </a:r>
              <a:r>
                <a:rPr lang="it-IT" sz="1400" err="1">
                  <a:solidFill>
                    <a:srgbClr val="384653"/>
                  </a:solidFill>
                  <a:ea typeface="Roboto"/>
                  <a:cs typeface="Roboto"/>
                </a:rPr>
                <a:t>unpublish</a:t>
              </a:r>
              <a:endParaRPr lang="it-IT" sz="1400">
                <a:solidFill>
                  <a:srgbClr val="384653"/>
                </a:solidFill>
                <a:ea typeface="Roboto"/>
                <a:cs typeface="Roboto"/>
              </a:endParaRPr>
            </a:p>
            <a:p>
              <a:pPr marL="342900" indent="-342900">
                <a:lnSpc>
                  <a:spcPct val="151428"/>
                </a:lnSpc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r>
                <a:rPr lang="it-IT" sz="1400">
                  <a:solidFill>
                    <a:srgbClr val="384653"/>
                  </a:solidFill>
                  <a:ea typeface="Roboto"/>
                  <a:cs typeface="Roboto"/>
                </a:rPr>
                <a:t>GET /api/trips/random/</a:t>
              </a:r>
              <a:r>
                <a:rPr lang="it-IT" sz="1400" err="1">
                  <a:solidFill>
                    <a:srgbClr val="384653"/>
                  </a:solidFill>
                  <a:ea typeface="Roboto"/>
                  <a:cs typeface="Roboto"/>
                </a:rPr>
                <a:t>catalog</a:t>
              </a:r>
              <a:endParaRPr lang="it-IT" sz="1400">
                <a:solidFill>
                  <a:srgbClr val="384653"/>
                </a:solidFill>
                <a:ea typeface="Roboto"/>
                <a:cs typeface="Roboto"/>
              </a:endParaRPr>
            </a:p>
            <a:p>
              <a:pPr marL="342900" indent="-342900">
                <a:lnSpc>
                  <a:spcPct val="151428"/>
                </a:lnSpc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r>
                <a:rPr lang="it-IT" sz="1400">
                  <a:solidFill>
                    <a:srgbClr val="384653"/>
                  </a:solidFill>
                  <a:ea typeface="Roboto"/>
                  <a:cs typeface="Roboto"/>
                </a:rPr>
                <a:t>GET /api/trips/public</a:t>
              </a:r>
            </a:p>
            <a:p>
              <a:pPr marL="342900" indent="-342900">
                <a:lnSpc>
                  <a:spcPct val="151428"/>
                </a:lnSpc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r>
                <a:rPr lang="it-IT" sz="1400">
                  <a:solidFill>
                    <a:srgbClr val="384653"/>
                  </a:solidFill>
                  <a:ea typeface="Roboto"/>
                  <a:cs typeface="Roboto"/>
                </a:rPr>
                <a:t>POST /api/trips/random/generate</a:t>
              </a:r>
            </a:p>
            <a:p>
              <a:pPr marL="342900" indent="-342900">
                <a:lnSpc>
                  <a:spcPct val="151428"/>
                </a:lnSpc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r>
                <a:rPr lang="it-IT" sz="1400">
                  <a:solidFill>
                    <a:srgbClr val="384653"/>
                  </a:solidFill>
                  <a:ea typeface="Roboto"/>
                  <a:cs typeface="Roboto"/>
                </a:rPr>
                <a:t>POST/api/trips/{id}/</a:t>
              </a:r>
              <a:r>
                <a:rPr lang="it-IT" sz="1400" err="1">
                  <a:solidFill>
                    <a:srgbClr val="384653"/>
                  </a:solidFill>
                  <a:ea typeface="Roboto"/>
                  <a:cs typeface="Roboto"/>
                </a:rPr>
                <a:t>save</a:t>
              </a:r>
              <a:endParaRPr lang="it-IT" sz="1400">
                <a:solidFill>
                  <a:srgbClr val="384653"/>
                </a:solidFill>
                <a:ea typeface="Roboto"/>
                <a:cs typeface="Roboto"/>
              </a:endParaRPr>
            </a:p>
            <a:p>
              <a:pPr marL="342900" indent="-342900">
                <a:lnSpc>
                  <a:spcPct val="151428"/>
                </a:lnSpc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r>
                <a:rPr lang="it-IT" sz="1400">
                  <a:solidFill>
                    <a:srgbClr val="384653"/>
                  </a:solidFill>
                  <a:ea typeface="Roboto"/>
                  <a:cs typeface="Roboto"/>
                </a:rPr>
                <a:t>DELETE /api/trips/{id}/</a:t>
              </a:r>
              <a:r>
                <a:rPr lang="it-IT" sz="1400" err="1">
                  <a:solidFill>
                    <a:srgbClr val="384653"/>
                  </a:solidFill>
                  <a:ea typeface="Roboto"/>
                  <a:cs typeface="Roboto"/>
                </a:rPr>
                <a:t>save</a:t>
              </a:r>
              <a:endParaRPr lang="it-IT" sz="1400">
                <a:solidFill>
                  <a:srgbClr val="384653"/>
                </a:solidFill>
                <a:ea typeface="Roboto"/>
                <a:cs typeface="Roboto"/>
              </a:endParaRPr>
            </a:p>
            <a:p>
              <a:pPr marL="342900" indent="-342900">
                <a:lnSpc>
                  <a:spcPct val="151428"/>
                </a:lnSpc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r>
                <a:rPr lang="it-IT" sz="1400">
                  <a:solidFill>
                    <a:srgbClr val="384653"/>
                  </a:solidFill>
                  <a:ea typeface="Roboto"/>
                  <a:cs typeface="Roboto"/>
                </a:rPr>
                <a:t>GET /api/trips/history</a:t>
              </a:r>
            </a:p>
            <a:p>
              <a:pPr marL="342900" indent="-342900">
                <a:lnSpc>
                  <a:spcPct val="151428"/>
                </a:lnSpc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r>
                <a:rPr lang="it-IT" sz="1400">
                  <a:solidFill>
                    <a:srgbClr val="384653"/>
                  </a:solidFill>
                  <a:ea typeface="Roboto"/>
                  <a:cs typeface="Roboto"/>
                </a:rPr>
                <a:t>PUT /api/trips/{id}/complete</a:t>
              </a:r>
            </a:p>
            <a:p>
              <a:pPr marL="342900" indent="-342900">
                <a:lnSpc>
                  <a:spcPct val="151428"/>
                </a:lnSpc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r>
                <a:rPr lang="it-IT" sz="1400">
                  <a:solidFill>
                    <a:srgbClr val="384653"/>
                  </a:solidFill>
                  <a:ea typeface="Roboto"/>
                  <a:cs typeface="Roboto"/>
                </a:rPr>
                <a:t>PUT/api/trips/{id}/</a:t>
              </a:r>
              <a:r>
                <a:rPr lang="it-IT" sz="1400" err="1">
                  <a:solidFill>
                    <a:srgbClr val="384653"/>
                  </a:solidFill>
                  <a:ea typeface="Roboto"/>
                  <a:cs typeface="Roboto"/>
                </a:rPr>
                <a:t>restore</a:t>
              </a:r>
              <a:endParaRPr lang="it-IT" sz="1050">
                <a:solidFill>
                  <a:srgbClr val="384653"/>
                </a:solidFill>
                <a:ea typeface="Roboto"/>
                <a:cs typeface="Roboto"/>
              </a:endParaRPr>
            </a:p>
            <a:p>
              <a:pPr marL="342900" indent="-342900">
                <a:lnSpc>
                  <a:spcPct val="151428"/>
                </a:lnSpc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endParaRPr lang="it-IT" sz="1400">
                <a:solidFill>
                  <a:srgbClr val="384653"/>
                </a:solidFill>
                <a:ea typeface="Roboto"/>
                <a:cs typeface="Roboto"/>
              </a:endParaRPr>
            </a:p>
            <a:p>
              <a:pPr marL="342900" lvl="0" indent="-342900">
                <a:lnSpc>
                  <a:spcPct val="151428"/>
                </a:lnSpc>
                <a:buClr>
                  <a:srgbClr val="384653"/>
                </a:buClr>
                <a:buSzPts val="1750"/>
                <a:buFont typeface="Wingdings" panose="05000000000000000000" pitchFamily="2" charset="2"/>
                <a:buChar char="Ø"/>
              </a:pPr>
              <a:endParaRPr lang="it-IT" sz="1400">
                <a:solidFill>
                  <a:srgbClr val="384653"/>
                </a:solidFill>
                <a:ea typeface="Roboto"/>
                <a:cs typeface="Roboto"/>
              </a:endParaRPr>
            </a:p>
          </p:txBody>
        </p:sp>
      </p:grpSp>
      <p:sp>
        <p:nvSpPr>
          <p:cNvPr id="49" name="Google Shape;168;p20">
            <a:extLst>
              <a:ext uri="{FF2B5EF4-FFF2-40B4-BE49-F238E27FC236}">
                <a16:creationId xmlns:a16="http://schemas.microsoft.com/office/drawing/2014/main" id="{536C3F6D-C17B-7AC2-A894-8113F5045D38}"/>
              </a:ext>
            </a:extLst>
          </p:cNvPr>
          <p:cNvSpPr/>
          <p:nvPr/>
        </p:nvSpPr>
        <p:spPr>
          <a:xfrm>
            <a:off x="7496174" y="1744598"/>
            <a:ext cx="449547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200"/>
              <a:buFont typeface="Host Grotesk"/>
              <a:buNone/>
            </a:pPr>
            <a:r>
              <a:rPr lang="en-US" sz="2200" b="1" i="0" u="none" strike="noStrike" cap="none">
                <a:solidFill>
                  <a:schemeClr val="accent2">
                    <a:lumMod val="75000"/>
                  </a:schemeClr>
                </a:solidFill>
                <a:latin typeface="+mj-lt"/>
                <a:ea typeface="Host Grotesk"/>
                <a:cs typeface="Host Grotesk"/>
                <a:sym typeface="Host Grotesk"/>
              </a:rPr>
              <a:t>Test delle API in Postman</a:t>
            </a:r>
            <a:endParaRPr sz="2200" b="1" i="0" u="none" strike="noStrike" cap="none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5F9D190E-410E-EC32-CDF5-CB77A7F0AB94}"/>
              </a:ext>
            </a:extLst>
          </p:cNvPr>
          <p:cNvGrpSpPr/>
          <p:nvPr/>
        </p:nvGrpSpPr>
        <p:grpSpPr>
          <a:xfrm>
            <a:off x="7496175" y="2323470"/>
            <a:ext cx="4495478" cy="4415917"/>
            <a:chOff x="673768" y="606391"/>
            <a:chExt cx="5831807" cy="5669535"/>
          </a:xfrm>
        </p:grpSpPr>
        <p:pic>
          <p:nvPicPr>
            <p:cNvPr id="33" name="Immagine 32">
              <a:extLst>
                <a:ext uri="{FF2B5EF4-FFF2-40B4-BE49-F238E27FC236}">
                  <a16:creationId xmlns:a16="http://schemas.microsoft.com/office/drawing/2014/main" id="{97CFC572-6739-FE8D-7096-E9E32CCFD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5" r="9670" b="89333"/>
            <a:stretch>
              <a:fillRect/>
            </a:stretch>
          </p:blipFill>
          <p:spPr>
            <a:xfrm>
              <a:off x="673769" y="606391"/>
              <a:ext cx="5831806" cy="458817"/>
            </a:xfrm>
            <a:prstGeom prst="rect">
              <a:avLst/>
            </a:prstGeom>
          </p:spPr>
        </p:pic>
        <p:pic>
          <p:nvPicPr>
            <p:cNvPr id="34" name="Immagine 33">
              <a:extLst>
                <a:ext uri="{FF2B5EF4-FFF2-40B4-BE49-F238E27FC236}">
                  <a16:creationId xmlns:a16="http://schemas.microsoft.com/office/drawing/2014/main" id="{2E2F64F0-F0A0-A36F-DBBB-C708CB7EF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1" t="-1825" r="9797" b="91158"/>
            <a:stretch>
              <a:fillRect/>
            </a:stretch>
          </p:blipFill>
          <p:spPr>
            <a:xfrm>
              <a:off x="673769" y="1212820"/>
              <a:ext cx="5831805" cy="458817"/>
            </a:xfrm>
            <a:prstGeom prst="rect">
              <a:avLst/>
            </a:prstGeom>
          </p:spPr>
        </p:pic>
        <p:pic>
          <p:nvPicPr>
            <p:cNvPr id="35" name="Immagine 34">
              <a:extLst>
                <a:ext uri="{FF2B5EF4-FFF2-40B4-BE49-F238E27FC236}">
                  <a16:creationId xmlns:a16="http://schemas.microsoft.com/office/drawing/2014/main" id="{57880750-4AF8-9F3D-0BD3-BB5B3A269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" t="1389" r="7209" b="89333"/>
            <a:stretch>
              <a:fillRect/>
            </a:stretch>
          </p:blipFill>
          <p:spPr>
            <a:xfrm>
              <a:off x="673768" y="1819249"/>
              <a:ext cx="5831807" cy="399075"/>
            </a:xfrm>
            <a:prstGeom prst="rect">
              <a:avLst/>
            </a:prstGeom>
          </p:spPr>
        </p:pic>
        <p:pic>
          <p:nvPicPr>
            <p:cNvPr id="37" name="Immagine 36">
              <a:extLst>
                <a:ext uri="{FF2B5EF4-FFF2-40B4-BE49-F238E27FC236}">
                  <a16:creationId xmlns:a16="http://schemas.microsoft.com/office/drawing/2014/main" id="{901063D5-AA27-E186-C8E1-17828AA92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8" r="9240" b="89861"/>
            <a:stretch>
              <a:fillRect/>
            </a:stretch>
          </p:blipFill>
          <p:spPr>
            <a:xfrm>
              <a:off x="673768" y="2365936"/>
              <a:ext cx="5831806" cy="436115"/>
            </a:xfrm>
            <a:prstGeom prst="rect">
              <a:avLst/>
            </a:prstGeom>
          </p:spPr>
        </p:pic>
        <p:pic>
          <p:nvPicPr>
            <p:cNvPr id="39" name="Immagine 38">
              <a:extLst>
                <a:ext uri="{FF2B5EF4-FFF2-40B4-BE49-F238E27FC236}">
                  <a16:creationId xmlns:a16="http://schemas.microsoft.com/office/drawing/2014/main" id="{23CE6B01-501C-D7BB-C964-5C3F8514F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0" r="9562" b="89333"/>
            <a:stretch>
              <a:fillRect/>
            </a:stretch>
          </p:blipFill>
          <p:spPr>
            <a:xfrm>
              <a:off x="673768" y="2949663"/>
              <a:ext cx="5831806" cy="458817"/>
            </a:xfrm>
            <a:prstGeom prst="rect">
              <a:avLst/>
            </a:prstGeom>
          </p:spPr>
        </p:pic>
        <p:pic>
          <p:nvPicPr>
            <p:cNvPr id="41" name="Immagine 40">
              <a:extLst>
                <a:ext uri="{FF2B5EF4-FFF2-40B4-BE49-F238E27FC236}">
                  <a16:creationId xmlns:a16="http://schemas.microsoft.com/office/drawing/2014/main" id="{77E3FB89-3862-3F26-ED3F-F34E3E66B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6" t="1112" r="9620" b="88749"/>
            <a:stretch>
              <a:fillRect/>
            </a:stretch>
          </p:blipFill>
          <p:spPr>
            <a:xfrm>
              <a:off x="673768" y="3556092"/>
              <a:ext cx="5831806" cy="436115"/>
            </a:xfrm>
            <a:prstGeom prst="rect">
              <a:avLst/>
            </a:prstGeom>
          </p:spPr>
        </p:pic>
        <p:pic>
          <p:nvPicPr>
            <p:cNvPr id="42" name="Immagine 41">
              <a:extLst>
                <a:ext uri="{FF2B5EF4-FFF2-40B4-BE49-F238E27FC236}">
                  <a16:creationId xmlns:a16="http://schemas.microsoft.com/office/drawing/2014/main" id="{E0203005-F601-285A-CD76-8E3A3EC4D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0" r="9713" b="89333"/>
            <a:stretch>
              <a:fillRect/>
            </a:stretch>
          </p:blipFill>
          <p:spPr>
            <a:xfrm>
              <a:off x="673769" y="4139819"/>
              <a:ext cx="5831806" cy="458817"/>
            </a:xfrm>
            <a:prstGeom prst="rect">
              <a:avLst/>
            </a:prstGeom>
          </p:spPr>
        </p:pic>
        <p:pic>
          <p:nvPicPr>
            <p:cNvPr id="43" name="Immagine 42">
              <a:extLst>
                <a:ext uri="{FF2B5EF4-FFF2-40B4-BE49-F238E27FC236}">
                  <a16:creationId xmlns:a16="http://schemas.microsoft.com/office/drawing/2014/main" id="{F97A6E8D-099D-4F99-A6B1-84349C696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8" t="972" r="8727" b="89167"/>
            <a:stretch>
              <a:fillRect/>
            </a:stretch>
          </p:blipFill>
          <p:spPr>
            <a:xfrm>
              <a:off x="673769" y="4746248"/>
              <a:ext cx="5831806" cy="432663"/>
            </a:xfrm>
            <a:prstGeom prst="rect">
              <a:avLst/>
            </a:prstGeom>
          </p:spPr>
        </p:pic>
        <p:pic>
          <p:nvPicPr>
            <p:cNvPr id="45" name="Immagine 44">
              <a:extLst>
                <a:ext uri="{FF2B5EF4-FFF2-40B4-BE49-F238E27FC236}">
                  <a16:creationId xmlns:a16="http://schemas.microsoft.com/office/drawing/2014/main" id="{3467AE05-FF6F-E89F-537A-68D8F97C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1" r="9443" b="89306"/>
            <a:stretch>
              <a:fillRect/>
            </a:stretch>
          </p:blipFill>
          <p:spPr>
            <a:xfrm>
              <a:off x="673768" y="5326523"/>
              <a:ext cx="5831806" cy="447260"/>
            </a:xfrm>
            <a:prstGeom prst="rect">
              <a:avLst/>
            </a:prstGeom>
          </p:spPr>
        </p:pic>
        <p:pic>
          <p:nvPicPr>
            <p:cNvPr id="46" name="Immagine 45">
              <a:extLst>
                <a:ext uri="{FF2B5EF4-FFF2-40B4-BE49-F238E27FC236}">
                  <a16:creationId xmlns:a16="http://schemas.microsoft.com/office/drawing/2014/main" id="{3A70F8E9-725C-320F-5B54-6D98F484D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7" t="1250" r="8553" b="89167"/>
            <a:stretch>
              <a:fillRect/>
            </a:stretch>
          </p:blipFill>
          <p:spPr>
            <a:xfrm>
              <a:off x="673769" y="5921393"/>
              <a:ext cx="5831806" cy="3545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66212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D6351-AC5A-1BDA-3BA8-F3A5ED394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892B34-5A1D-7D06-0037-77653F05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6D5FB-0C0A-509B-BCB5-625C2750A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873DD9-6641-DCED-6476-0BD30DBC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2D1EFC-75A1-25D8-A075-664EBE0DD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40E535-D1D5-8EE6-9442-281BB176A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F04EDC3-1731-BE99-3A14-7D9AE2D5A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Risultato 2° iterazione: </a:t>
            </a:r>
            <a:r>
              <a:rPr lang="it-IT" sz="2800">
                <a:solidFill>
                  <a:srgbClr val="FFFFFF"/>
                </a:solidFill>
              </a:rPr>
              <a:t>viaggi preferiti e completati</a:t>
            </a:r>
            <a:endParaRPr lang="it-IT" sz="4000">
              <a:solidFill>
                <a:srgbClr val="FFFFFF"/>
              </a:solidFill>
            </a:endParaRPr>
          </a:p>
        </p:txBody>
      </p: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6EF5434D-1B35-37E0-5772-B8E6A17D294B}"/>
              </a:ext>
            </a:extLst>
          </p:cNvPr>
          <p:cNvGrpSpPr/>
          <p:nvPr/>
        </p:nvGrpSpPr>
        <p:grpSpPr>
          <a:xfrm>
            <a:off x="904065" y="1886456"/>
            <a:ext cx="10383870" cy="4842160"/>
            <a:chOff x="101462" y="1886456"/>
            <a:chExt cx="10383870" cy="48421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DDB674A-3CF3-1043-3ED6-DFA7C36DC10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123156" y="2714172"/>
              <a:ext cx="5092126" cy="2529088"/>
              <a:chOff x="0" y="0"/>
              <a:chExt cx="19050000" cy="9461500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33CEA2BD-F962-C895-325C-21B60CEB06D0}"/>
                  </a:ext>
                </a:extLst>
              </p:cNvPr>
              <p:cNvSpPr/>
              <p:nvPr/>
            </p:nvSpPr>
            <p:spPr>
              <a:xfrm>
                <a:off x="338074" y="404876"/>
                <a:ext cx="18373979" cy="8616823"/>
              </a:xfrm>
              <a:custGeom>
                <a:avLst/>
                <a:gdLst/>
                <a:ahLst/>
                <a:cxnLst/>
                <a:rect l="l" t="t" r="r" b="b"/>
                <a:pathLst>
                  <a:path w="18373979" h="8616823">
                    <a:moveTo>
                      <a:pt x="17339945" y="8616823"/>
                    </a:moveTo>
                    <a:lnTo>
                      <a:pt x="1033907" y="8616823"/>
                    </a:lnTo>
                    <a:cubicBezTo>
                      <a:pt x="462915" y="8616823"/>
                      <a:pt x="0" y="8153908"/>
                      <a:pt x="0" y="7582916"/>
                    </a:cubicBezTo>
                    <a:lnTo>
                      <a:pt x="0" y="1033907"/>
                    </a:lnTo>
                    <a:cubicBezTo>
                      <a:pt x="0" y="462915"/>
                      <a:pt x="462915" y="0"/>
                      <a:pt x="1033907" y="0"/>
                    </a:cubicBezTo>
                    <a:lnTo>
                      <a:pt x="17340072" y="0"/>
                    </a:lnTo>
                    <a:cubicBezTo>
                      <a:pt x="17911063" y="0"/>
                      <a:pt x="18373979" y="462915"/>
                      <a:pt x="18373979" y="1033907"/>
                    </a:cubicBezTo>
                    <a:lnTo>
                      <a:pt x="18373979" y="7582916"/>
                    </a:lnTo>
                    <a:cubicBezTo>
                      <a:pt x="18373852" y="8153908"/>
                      <a:pt x="17910938" y="8616823"/>
                      <a:pt x="17339945" y="8616823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b="-4290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E41B298D-B3CD-9649-B3EA-7AAE25DF49B3}"/>
                  </a:ext>
                </a:extLst>
              </p:cNvPr>
              <p:cNvSpPr/>
              <p:nvPr/>
            </p:nvSpPr>
            <p:spPr>
              <a:xfrm>
                <a:off x="0" y="0"/>
                <a:ext cx="19050000" cy="9461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0" h="94615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9461500"/>
                    </a:lnTo>
                    <a:lnTo>
                      <a:pt x="0" y="9461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1" r="-41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AD2CE7B6-5E8C-1504-C262-B77DF455618B}"/>
                </a:ext>
              </a:extLst>
            </p:cNvPr>
            <p:cNvGrpSpPr/>
            <p:nvPr/>
          </p:nvGrpSpPr>
          <p:grpSpPr>
            <a:xfrm>
              <a:off x="4912699" y="5367960"/>
              <a:ext cx="5572633" cy="1203419"/>
              <a:chOff x="3309683" y="5465553"/>
              <a:chExt cx="5572633" cy="1203419"/>
            </a:xfrm>
          </p:grpSpPr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121D81CC-F51D-20AD-4DF4-ABDD2B48206E}"/>
                  </a:ext>
                </a:extLst>
              </p:cNvPr>
              <p:cNvSpPr txBox="1"/>
              <p:nvPr/>
            </p:nvSpPr>
            <p:spPr>
              <a:xfrm>
                <a:off x="3309683" y="5465553"/>
                <a:ext cx="55726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600">
                    <a:solidFill>
                      <a:schemeClr val="accent2">
                        <a:lumMod val="75000"/>
                      </a:schemeClr>
                    </a:solidFill>
                  </a:rPr>
                  <a:t>Visualizza solo i viaggi che ti interessano per categoria:</a:t>
                </a:r>
              </a:p>
            </p:txBody>
          </p:sp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21E4BAC4-4D29-CC1C-1492-2E8526E4E790}"/>
                  </a:ext>
                </a:extLst>
              </p:cNvPr>
              <p:cNvSpPr txBox="1"/>
              <p:nvPr/>
            </p:nvSpPr>
            <p:spPr>
              <a:xfrm>
                <a:off x="3825503" y="5837975"/>
                <a:ext cx="192505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it-IT" sz="1600">
                    <a:solidFill>
                      <a:schemeClr val="accent2">
                        <a:lumMod val="75000"/>
                      </a:schemeClr>
                    </a:solidFill>
                  </a:rPr>
                  <a:t>In programma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it-IT" sz="1600">
                    <a:solidFill>
                      <a:schemeClr val="accent2">
                        <a:lumMod val="75000"/>
                      </a:schemeClr>
                    </a:solidFill>
                  </a:rPr>
                  <a:t>Preferiti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it-IT" sz="1600">
                    <a:solidFill>
                      <a:schemeClr val="accent2">
                        <a:lumMod val="75000"/>
                      </a:schemeClr>
                    </a:solidFill>
                  </a:rPr>
                  <a:t>Completati</a:t>
                </a:r>
              </a:p>
            </p:txBody>
          </p:sp>
        </p:grpSp>
        <p:grpSp>
          <p:nvGrpSpPr>
            <p:cNvPr id="31" name="Gruppo 30">
              <a:extLst>
                <a:ext uri="{FF2B5EF4-FFF2-40B4-BE49-F238E27FC236}">
                  <a16:creationId xmlns:a16="http://schemas.microsoft.com/office/drawing/2014/main" id="{E60060C3-5253-E3CB-B94B-08E44CF436B3}"/>
                </a:ext>
              </a:extLst>
            </p:cNvPr>
            <p:cNvGrpSpPr/>
            <p:nvPr/>
          </p:nvGrpSpPr>
          <p:grpSpPr>
            <a:xfrm>
              <a:off x="125651" y="1886456"/>
              <a:ext cx="4722120" cy="4180517"/>
              <a:chOff x="125651" y="2198512"/>
              <a:chExt cx="4722120" cy="4180517"/>
            </a:xfrm>
          </p:grpSpPr>
          <p:grpSp>
            <p:nvGrpSpPr>
              <p:cNvPr id="21" name="Group 2">
                <a:extLst>
                  <a:ext uri="{FF2B5EF4-FFF2-40B4-BE49-F238E27FC236}">
                    <a16:creationId xmlns:a16="http://schemas.microsoft.com/office/drawing/2014/main" id="{5EBD6E3A-A186-0898-E23D-B537359E218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25651" y="2198512"/>
                <a:ext cx="3959157" cy="1966381"/>
                <a:chOff x="0" y="0"/>
                <a:chExt cx="19050000" cy="9461500"/>
              </a:xfrm>
            </p:grpSpPr>
            <p:sp>
              <p:nvSpPr>
                <p:cNvPr id="24" name="Freeform 3">
                  <a:extLst>
                    <a:ext uri="{FF2B5EF4-FFF2-40B4-BE49-F238E27FC236}">
                      <a16:creationId xmlns:a16="http://schemas.microsoft.com/office/drawing/2014/main" id="{A5DB10DA-6AA4-0B44-7B90-742EEBC42739}"/>
                    </a:ext>
                  </a:extLst>
                </p:cNvPr>
                <p:cNvSpPr/>
                <p:nvPr/>
              </p:nvSpPr>
              <p:spPr>
                <a:xfrm>
                  <a:off x="338074" y="404876"/>
                  <a:ext cx="18373979" cy="8616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73979" h="8616823">
                      <a:moveTo>
                        <a:pt x="17339945" y="8616823"/>
                      </a:moveTo>
                      <a:lnTo>
                        <a:pt x="1033907" y="8616823"/>
                      </a:lnTo>
                      <a:cubicBezTo>
                        <a:pt x="462915" y="8616823"/>
                        <a:pt x="0" y="8153908"/>
                        <a:pt x="0" y="7582916"/>
                      </a:cubicBezTo>
                      <a:lnTo>
                        <a:pt x="0" y="1033907"/>
                      </a:lnTo>
                      <a:cubicBezTo>
                        <a:pt x="0" y="462915"/>
                        <a:pt x="462915" y="0"/>
                        <a:pt x="1033907" y="0"/>
                      </a:cubicBezTo>
                      <a:lnTo>
                        <a:pt x="17340072" y="0"/>
                      </a:lnTo>
                      <a:cubicBezTo>
                        <a:pt x="17911063" y="0"/>
                        <a:pt x="18373979" y="462915"/>
                        <a:pt x="18373979" y="1033907"/>
                      </a:cubicBezTo>
                      <a:lnTo>
                        <a:pt x="18373979" y="7582916"/>
                      </a:lnTo>
                      <a:cubicBezTo>
                        <a:pt x="18373852" y="8153908"/>
                        <a:pt x="17910938" y="8616823"/>
                        <a:pt x="17339945" y="8616823"/>
                      </a:cubicBezTo>
                      <a:close/>
                    </a:path>
                  </a:pathLst>
                </a:custGeom>
                <a:blipFill>
                  <a:blip r:embed="rId4"/>
                  <a:stretch>
                    <a:fillRect b="-5066"/>
                  </a:stretch>
                </a:blipFill>
              </p:spPr>
              <p:txBody>
                <a:bodyPr/>
                <a:lstStyle/>
                <a:p>
                  <a:endParaRPr lang="it-IT"/>
                </a:p>
              </p:txBody>
            </p:sp>
            <p:sp>
              <p:nvSpPr>
                <p:cNvPr id="25" name="Freeform 4">
                  <a:extLst>
                    <a:ext uri="{FF2B5EF4-FFF2-40B4-BE49-F238E27FC236}">
                      <a16:creationId xmlns:a16="http://schemas.microsoft.com/office/drawing/2014/main" id="{A88E451E-6785-EF86-4F50-4E00AD69964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050000" cy="946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0" h="9461500">
                      <a:moveTo>
                        <a:pt x="0" y="0"/>
                      </a:moveTo>
                      <a:lnTo>
                        <a:pt x="19050000" y="0"/>
                      </a:lnTo>
                      <a:lnTo>
                        <a:pt x="19050000" y="9461500"/>
                      </a:lnTo>
                      <a:lnTo>
                        <a:pt x="0" y="94615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3"/>
                  <a:stretch>
                    <a:fillRect l="-41" r="-41"/>
                  </a:stretch>
                </a:blipFill>
              </p:spPr>
              <p:txBody>
                <a:bodyPr/>
                <a:lstStyle/>
                <a:p>
                  <a:endParaRPr lang="it-IT"/>
                </a:p>
              </p:txBody>
            </p:sp>
          </p:grpSp>
          <p:grpSp>
            <p:nvGrpSpPr>
              <p:cNvPr id="26" name="Group 2">
                <a:extLst>
                  <a:ext uri="{FF2B5EF4-FFF2-40B4-BE49-F238E27FC236}">
                    <a16:creationId xmlns:a16="http://schemas.microsoft.com/office/drawing/2014/main" id="{4B037C34-0E7E-CFB5-5141-80D34E65A2C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25651" y="4342641"/>
                <a:ext cx="3956188" cy="1983873"/>
                <a:chOff x="0" y="0"/>
                <a:chExt cx="19050000" cy="9461500"/>
              </a:xfrm>
            </p:grpSpPr>
            <p:sp>
              <p:nvSpPr>
                <p:cNvPr id="27" name="Freeform 3">
                  <a:extLst>
                    <a:ext uri="{FF2B5EF4-FFF2-40B4-BE49-F238E27FC236}">
                      <a16:creationId xmlns:a16="http://schemas.microsoft.com/office/drawing/2014/main" id="{E57AFD4F-0E6A-2CCA-2016-FCCE066CCA49}"/>
                    </a:ext>
                  </a:extLst>
                </p:cNvPr>
                <p:cNvSpPr/>
                <p:nvPr/>
              </p:nvSpPr>
              <p:spPr>
                <a:xfrm>
                  <a:off x="338074" y="404876"/>
                  <a:ext cx="18373979" cy="8616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73979" h="8616823">
                      <a:moveTo>
                        <a:pt x="17339945" y="8616823"/>
                      </a:moveTo>
                      <a:lnTo>
                        <a:pt x="1033907" y="8616823"/>
                      </a:lnTo>
                      <a:cubicBezTo>
                        <a:pt x="462915" y="8616823"/>
                        <a:pt x="0" y="8153908"/>
                        <a:pt x="0" y="7582916"/>
                      </a:cubicBezTo>
                      <a:lnTo>
                        <a:pt x="0" y="1033907"/>
                      </a:lnTo>
                      <a:cubicBezTo>
                        <a:pt x="0" y="462915"/>
                        <a:pt x="462915" y="0"/>
                        <a:pt x="1033907" y="0"/>
                      </a:cubicBezTo>
                      <a:lnTo>
                        <a:pt x="17340072" y="0"/>
                      </a:lnTo>
                      <a:cubicBezTo>
                        <a:pt x="17911063" y="0"/>
                        <a:pt x="18373979" y="462915"/>
                        <a:pt x="18373979" y="1033907"/>
                      </a:cubicBezTo>
                      <a:lnTo>
                        <a:pt x="18373979" y="7582916"/>
                      </a:lnTo>
                      <a:cubicBezTo>
                        <a:pt x="18373852" y="8153908"/>
                        <a:pt x="17910938" y="8616823"/>
                        <a:pt x="17339945" y="8616823"/>
                      </a:cubicBezTo>
                      <a:close/>
                    </a:path>
                  </a:pathLst>
                </a:custGeom>
                <a:blipFill>
                  <a:blip r:embed="rId5"/>
                  <a:stretch>
                    <a:fillRect b="-4678"/>
                  </a:stretch>
                </a:blipFill>
              </p:spPr>
              <p:txBody>
                <a:bodyPr/>
                <a:lstStyle/>
                <a:p>
                  <a:endParaRPr lang="it-IT"/>
                </a:p>
              </p:txBody>
            </p:sp>
            <p:sp>
              <p:nvSpPr>
                <p:cNvPr id="28" name="Freeform 4">
                  <a:extLst>
                    <a:ext uri="{FF2B5EF4-FFF2-40B4-BE49-F238E27FC236}">
                      <a16:creationId xmlns:a16="http://schemas.microsoft.com/office/drawing/2014/main" id="{977888E6-52B7-0D9B-45EF-66235D9E04F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050000" cy="946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0" h="9461500">
                      <a:moveTo>
                        <a:pt x="0" y="0"/>
                      </a:moveTo>
                      <a:lnTo>
                        <a:pt x="19050000" y="0"/>
                      </a:lnTo>
                      <a:lnTo>
                        <a:pt x="19050000" y="9461500"/>
                      </a:lnTo>
                      <a:lnTo>
                        <a:pt x="0" y="94615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3"/>
                  <a:stretch>
                    <a:fillRect l="-41" r="-41"/>
                  </a:stretch>
                </a:blipFill>
              </p:spPr>
              <p:txBody>
                <a:bodyPr/>
                <a:lstStyle/>
                <a:p>
                  <a:endParaRPr lang="it-IT"/>
                </a:p>
              </p:txBody>
            </p:sp>
          </p:grpSp>
          <p:sp>
            <p:nvSpPr>
              <p:cNvPr id="30" name="Parentesi graffa chiusa 29">
                <a:extLst>
                  <a:ext uri="{FF2B5EF4-FFF2-40B4-BE49-F238E27FC236}">
                    <a16:creationId xmlns:a16="http://schemas.microsoft.com/office/drawing/2014/main" id="{0F3187E1-0183-3C87-82FB-6BF25D92FBA7}"/>
                  </a:ext>
                </a:extLst>
              </p:cNvPr>
              <p:cNvSpPr/>
              <p:nvPr/>
            </p:nvSpPr>
            <p:spPr>
              <a:xfrm>
                <a:off x="4165600" y="2198512"/>
                <a:ext cx="682171" cy="4180517"/>
              </a:xfrm>
              <a:prstGeom prst="rightBrace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37" name="CasellaDiTesto 36">
              <a:extLst>
                <a:ext uri="{FF2B5EF4-FFF2-40B4-BE49-F238E27FC236}">
                  <a16:creationId xmlns:a16="http://schemas.microsoft.com/office/drawing/2014/main" id="{C4997029-1EB0-5A11-685D-5365A9EF6CA3}"/>
                </a:ext>
              </a:extLst>
            </p:cNvPr>
            <p:cNvSpPr txBox="1"/>
            <p:nvPr/>
          </p:nvSpPr>
          <p:spPr>
            <a:xfrm>
              <a:off x="101462" y="6143841"/>
              <a:ext cx="39561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>
                  <a:solidFill>
                    <a:schemeClr val="accent2">
                      <a:lumMod val="75000"/>
                    </a:schemeClr>
                  </a:solidFill>
                </a:rPr>
                <a:t>Aggiungi i viaggi nei preferiti o nei completati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683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FDCF9-6AEB-5F72-3013-A69DE983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AC3AA30-161F-0B14-1D68-D6DB36000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B75663-6F93-7A2A-8D77-811186B44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9EF7D7-CC3D-B82C-1E4B-C5FFCFA73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B65012-D6CF-C7BC-5203-AA69D16B0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39777-A4E9-5DC4-2608-79639ECE2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6CF45E8-7448-49E2-2135-C4C446DEC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Risultato 2° iterazione: </a:t>
            </a:r>
            <a:r>
              <a:rPr lang="it-IT" sz="2800">
                <a:solidFill>
                  <a:srgbClr val="FFFFFF"/>
                </a:solidFill>
              </a:rPr>
              <a:t>modifica tappe itinerario</a:t>
            </a:r>
            <a:endParaRPr lang="it-IT" sz="4000">
              <a:solidFill>
                <a:srgbClr val="FFFFFF"/>
              </a:solidFill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C9A9F861-5225-A44B-EB3E-FE850FA2D620}"/>
              </a:ext>
            </a:extLst>
          </p:cNvPr>
          <p:cNvGrpSpPr/>
          <p:nvPr/>
        </p:nvGrpSpPr>
        <p:grpSpPr>
          <a:xfrm>
            <a:off x="201350" y="2508082"/>
            <a:ext cx="11789300" cy="3296025"/>
            <a:chOff x="237279" y="2508082"/>
            <a:chExt cx="11789300" cy="3296025"/>
          </a:xfrm>
        </p:grpSpPr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2BA0228D-FB7D-A2B9-67BD-6C304C3AA90F}"/>
                </a:ext>
              </a:extLst>
            </p:cNvPr>
            <p:cNvSpPr txBox="1"/>
            <p:nvPr/>
          </p:nvSpPr>
          <p:spPr>
            <a:xfrm>
              <a:off x="237279" y="5465553"/>
              <a:ext cx="5572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>
                  <a:solidFill>
                    <a:schemeClr val="accent2">
                      <a:lumMod val="75000"/>
                    </a:schemeClr>
                  </a:solidFill>
                </a:rPr>
                <a:t>Scegli le tappe da modificare</a:t>
              </a:r>
            </a:p>
          </p:txBody>
        </p:sp>
        <p:grpSp>
          <p:nvGrpSpPr>
            <p:cNvPr id="7" name="Group 2">
              <a:extLst>
                <a:ext uri="{FF2B5EF4-FFF2-40B4-BE49-F238E27FC236}">
                  <a16:creationId xmlns:a16="http://schemas.microsoft.com/office/drawing/2014/main" id="{18C49BBC-683B-B3CE-BD6C-8CA6DD6DFA4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7279" y="2509786"/>
              <a:ext cx="5572631" cy="2767740"/>
              <a:chOff x="0" y="0"/>
              <a:chExt cx="19050000" cy="9461500"/>
            </a:xfrm>
          </p:grpSpPr>
          <p:sp>
            <p:nvSpPr>
              <p:cNvPr id="9" name="Freeform 3">
                <a:extLst>
                  <a:ext uri="{FF2B5EF4-FFF2-40B4-BE49-F238E27FC236}">
                    <a16:creationId xmlns:a16="http://schemas.microsoft.com/office/drawing/2014/main" id="{67A18E86-708A-C6DE-2B63-6EB17E3118A1}"/>
                  </a:ext>
                </a:extLst>
              </p:cNvPr>
              <p:cNvSpPr/>
              <p:nvPr/>
            </p:nvSpPr>
            <p:spPr>
              <a:xfrm>
                <a:off x="338074" y="404876"/>
                <a:ext cx="18373979" cy="8616823"/>
              </a:xfrm>
              <a:custGeom>
                <a:avLst/>
                <a:gdLst/>
                <a:ahLst/>
                <a:cxnLst/>
                <a:rect l="l" t="t" r="r" b="b"/>
                <a:pathLst>
                  <a:path w="18373979" h="8616823">
                    <a:moveTo>
                      <a:pt x="17339945" y="8616823"/>
                    </a:moveTo>
                    <a:lnTo>
                      <a:pt x="1033907" y="8616823"/>
                    </a:lnTo>
                    <a:cubicBezTo>
                      <a:pt x="462915" y="8616823"/>
                      <a:pt x="0" y="8153908"/>
                      <a:pt x="0" y="7582916"/>
                    </a:cubicBezTo>
                    <a:lnTo>
                      <a:pt x="0" y="1033907"/>
                    </a:lnTo>
                    <a:cubicBezTo>
                      <a:pt x="0" y="462915"/>
                      <a:pt x="462915" y="0"/>
                      <a:pt x="1033907" y="0"/>
                    </a:cubicBezTo>
                    <a:lnTo>
                      <a:pt x="17340072" y="0"/>
                    </a:lnTo>
                    <a:cubicBezTo>
                      <a:pt x="17911063" y="0"/>
                      <a:pt x="18373979" y="462915"/>
                      <a:pt x="18373979" y="1033907"/>
                    </a:cubicBezTo>
                    <a:lnTo>
                      <a:pt x="18373979" y="7582916"/>
                    </a:lnTo>
                    <a:cubicBezTo>
                      <a:pt x="18373852" y="8153908"/>
                      <a:pt x="17910938" y="8616823"/>
                      <a:pt x="17339945" y="8616823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587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" name="Freeform 4">
                <a:extLst>
                  <a:ext uri="{FF2B5EF4-FFF2-40B4-BE49-F238E27FC236}">
                    <a16:creationId xmlns:a16="http://schemas.microsoft.com/office/drawing/2014/main" id="{6A172576-D51F-4B60-71E2-4D80D61CC58E}"/>
                  </a:ext>
                </a:extLst>
              </p:cNvPr>
              <p:cNvSpPr/>
              <p:nvPr/>
            </p:nvSpPr>
            <p:spPr>
              <a:xfrm>
                <a:off x="0" y="0"/>
                <a:ext cx="19050000" cy="9461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0" h="94615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9461500"/>
                    </a:lnTo>
                    <a:lnTo>
                      <a:pt x="0" y="9461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1" r="-41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23" name="Group 2">
              <a:extLst>
                <a:ext uri="{FF2B5EF4-FFF2-40B4-BE49-F238E27FC236}">
                  <a16:creationId xmlns:a16="http://schemas.microsoft.com/office/drawing/2014/main" id="{9D9A2CB0-F26B-4638-1F2A-345042E7CC3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453947" y="2508082"/>
              <a:ext cx="5572632" cy="2767741"/>
              <a:chOff x="0" y="0"/>
              <a:chExt cx="19050000" cy="9461500"/>
            </a:xfrm>
          </p:grpSpPr>
          <p:sp>
            <p:nvSpPr>
              <p:cNvPr id="24" name="Freeform 3">
                <a:extLst>
                  <a:ext uri="{FF2B5EF4-FFF2-40B4-BE49-F238E27FC236}">
                    <a16:creationId xmlns:a16="http://schemas.microsoft.com/office/drawing/2014/main" id="{7E66263F-3BCB-1425-BAC8-B8C273005F81}"/>
                  </a:ext>
                </a:extLst>
              </p:cNvPr>
              <p:cNvSpPr/>
              <p:nvPr/>
            </p:nvSpPr>
            <p:spPr>
              <a:xfrm>
                <a:off x="338074" y="404876"/>
                <a:ext cx="18373979" cy="8616823"/>
              </a:xfrm>
              <a:custGeom>
                <a:avLst/>
                <a:gdLst/>
                <a:ahLst/>
                <a:cxnLst/>
                <a:rect l="l" t="t" r="r" b="b"/>
                <a:pathLst>
                  <a:path w="18373979" h="8616823">
                    <a:moveTo>
                      <a:pt x="17339945" y="8616823"/>
                    </a:moveTo>
                    <a:lnTo>
                      <a:pt x="1033907" y="8616823"/>
                    </a:lnTo>
                    <a:cubicBezTo>
                      <a:pt x="462915" y="8616823"/>
                      <a:pt x="0" y="8153908"/>
                      <a:pt x="0" y="7582916"/>
                    </a:cubicBezTo>
                    <a:lnTo>
                      <a:pt x="0" y="1033907"/>
                    </a:lnTo>
                    <a:cubicBezTo>
                      <a:pt x="0" y="462915"/>
                      <a:pt x="462915" y="0"/>
                      <a:pt x="1033907" y="0"/>
                    </a:cubicBezTo>
                    <a:lnTo>
                      <a:pt x="17340072" y="0"/>
                    </a:lnTo>
                    <a:cubicBezTo>
                      <a:pt x="17911063" y="0"/>
                      <a:pt x="18373979" y="462915"/>
                      <a:pt x="18373979" y="1033907"/>
                    </a:cubicBezTo>
                    <a:lnTo>
                      <a:pt x="18373979" y="7582916"/>
                    </a:lnTo>
                    <a:cubicBezTo>
                      <a:pt x="18373852" y="8153908"/>
                      <a:pt x="17910938" y="8616823"/>
                      <a:pt x="17339945" y="8616823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t="-2339" b="-2339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5" name="Freeform 4">
                <a:extLst>
                  <a:ext uri="{FF2B5EF4-FFF2-40B4-BE49-F238E27FC236}">
                    <a16:creationId xmlns:a16="http://schemas.microsoft.com/office/drawing/2014/main" id="{AD2C03E2-B805-D9B1-6502-22FBF4DA6284}"/>
                  </a:ext>
                </a:extLst>
              </p:cNvPr>
              <p:cNvSpPr/>
              <p:nvPr/>
            </p:nvSpPr>
            <p:spPr>
              <a:xfrm>
                <a:off x="0" y="0"/>
                <a:ext cx="19050000" cy="9461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0" h="94615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9461500"/>
                    </a:lnTo>
                    <a:lnTo>
                      <a:pt x="0" y="9461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1" r="-41"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6FDF2F89-39C5-4C84-46DA-B84313CAFFAA}"/>
                </a:ext>
              </a:extLst>
            </p:cNvPr>
            <p:cNvSpPr txBox="1"/>
            <p:nvPr/>
          </p:nvSpPr>
          <p:spPr>
            <a:xfrm>
              <a:off x="6453947" y="5465553"/>
              <a:ext cx="5572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>
                  <a:solidFill>
                    <a:schemeClr val="accent2">
                      <a:lumMod val="75000"/>
                    </a:schemeClr>
                  </a:solidFill>
                </a:rPr>
                <a:t>Imposta il nuovo tempo di visita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6825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B9AE9-E4EF-63B8-C391-13423569C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B4F94C-899E-AB09-20BB-5A6B44200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C12564-66C3-66D9-0C06-63A6ECD04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AC6C5F-7EBD-D73D-F4E3-8EF991038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FF4623-E70D-F1C3-4788-4B2FD7AFA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659ED-7FE2-38E2-C409-39468E6A1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1A017C8-CDF5-C29E-9BCC-0A22A99A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Risultato 2° iterazione: </a:t>
            </a:r>
            <a:r>
              <a:rPr lang="it-IT" sz="2800">
                <a:solidFill>
                  <a:srgbClr val="FFFFFF"/>
                </a:solidFill>
              </a:rPr>
              <a:t>catalogo pubblico dei viaggi</a:t>
            </a:r>
            <a:endParaRPr lang="it-IT" sz="4000">
              <a:solidFill>
                <a:srgbClr val="FFFFFF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41362B8-5C71-724A-BB18-69B5DC9219C6}"/>
              </a:ext>
            </a:extLst>
          </p:cNvPr>
          <p:cNvSpPr txBox="1"/>
          <p:nvPr/>
        </p:nvSpPr>
        <p:spPr>
          <a:xfrm>
            <a:off x="204385" y="5465553"/>
            <a:ext cx="5571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accent2">
                    <a:lumMod val="75000"/>
                  </a:schemeClr>
                </a:solidFill>
              </a:rPr>
              <a:t>Pubblica i tuoi viaggi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8CA3A8C5-32E8-62A0-7B9C-9D80A314CA89}"/>
              </a:ext>
            </a:extLst>
          </p:cNvPr>
          <p:cNvSpPr txBox="1"/>
          <p:nvPr/>
        </p:nvSpPr>
        <p:spPr>
          <a:xfrm>
            <a:off x="6419804" y="5465553"/>
            <a:ext cx="5561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accent2">
                    <a:lumMod val="75000"/>
                  </a:schemeClr>
                </a:solidFill>
              </a:rPr>
              <a:t>Esplora i viaggi pubblicati dagli utenti di </a:t>
            </a:r>
            <a:r>
              <a:rPr lang="it-IT" sz="1600" err="1">
                <a:solidFill>
                  <a:schemeClr val="accent2">
                    <a:lumMod val="75000"/>
                  </a:schemeClr>
                </a:solidFill>
              </a:rPr>
              <a:t>OptiTour</a:t>
            </a:r>
            <a:endParaRPr lang="it-IT" sz="160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FE0501-18B8-2AFF-8E24-620756C30725}"/>
              </a:ext>
            </a:extLst>
          </p:cNvPr>
          <p:cNvGrpSpPr>
            <a:grpSpLocks noChangeAspect="1"/>
          </p:cNvGrpSpPr>
          <p:nvPr/>
        </p:nvGrpSpPr>
        <p:grpSpPr>
          <a:xfrm>
            <a:off x="204886" y="2503223"/>
            <a:ext cx="5571626" cy="2767241"/>
            <a:chOff x="0" y="0"/>
            <a:chExt cx="19050000" cy="94615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4BF4B8E-3F6E-D52C-9944-EB555278CF12}"/>
                </a:ext>
              </a:extLst>
            </p:cNvPr>
            <p:cNvSpPr/>
            <p:nvPr/>
          </p:nvSpPr>
          <p:spPr>
            <a:xfrm>
              <a:off x="338074" y="404876"/>
              <a:ext cx="18373979" cy="8616823"/>
            </a:xfrm>
            <a:custGeom>
              <a:avLst/>
              <a:gdLst/>
              <a:ahLst/>
              <a:cxnLst/>
              <a:rect l="l" t="t" r="r" b="b"/>
              <a:pathLst>
                <a:path w="18373979" h="8616823">
                  <a:moveTo>
                    <a:pt x="17339945" y="8616823"/>
                  </a:moveTo>
                  <a:lnTo>
                    <a:pt x="1033907" y="8616823"/>
                  </a:lnTo>
                  <a:cubicBezTo>
                    <a:pt x="462915" y="8616823"/>
                    <a:pt x="0" y="8153908"/>
                    <a:pt x="0" y="7582916"/>
                  </a:cubicBezTo>
                  <a:lnTo>
                    <a:pt x="0" y="1033907"/>
                  </a:lnTo>
                  <a:cubicBezTo>
                    <a:pt x="0" y="462915"/>
                    <a:pt x="462915" y="0"/>
                    <a:pt x="1033907" y="0"/>
                  </a:cubicBezTo>
                  <a:lnTo>
                    <a:pt x="17340072" y="0"/>
                  </a:lnTo>
                  <a:cubicBezTo>
                    <a:pt x="17911063" y="0"/>
                    <a:pt x="18373979" y="462915"/>
                    <a:pt x="18373979" y="1033907"/>
                  </a:cubicBezTo>
                  <a:lnTo>
                    <a:pt x="18373979" y="7582916"/>
                  </a:lnTo>
                  <a:cubicBezTo>
                    <a:pt x="18373852" y="8153908"/>
                    <a:pt x="17910938" y="8616823"/>
                    <a:pt x="17339945" y="8616823"/>
                  </a:cubicBezTo>
                  <a:close/>
                </a:path>
              </a:pathLst>
            </a:custGeom>
            <a:blipFill>
              <a:blip r:embed="rId2"/>
              <a:stretch>
                <a:fillRect b="-4678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CBED59E-63FA-EFC1-DAA2-B2C63369C7CE}"/>
                </a:ext>
              </a:extLst>
            </p:cNvPr>
            <p:cNvSpPr/>
            <p:nvPr/>
          </p:nvSpPr>
          <p:spPr>
            <a:xfrm>
              <a:off x="0" y="0"/>
              <a:ext cx="19050000" cy="9461500"/>
            </a:xfrm>
            <a:custGeom>
              <a:avLst/>
              <a:gdLst/>
              <a:ahLst/>
              <a:cxnLst/>
              <a:rect l="l" t="t" r="r" b="b"/>
              <a:pathLst>
                <a:path w="19050000" h="9461500">
                  <a:moveTo>
                    <a:pt x="0" y="0"/>
                  </a:moveTo>
                  <a:lnTo>
                    <a:pt x="19050000" y="0"/>
                  </a:lnTo>
                  <a:lnTo>
                    <a:pt x="19050000" y="9461500"/>
                  </a:lnTo>
                  <a:lnTo>
                    <a:pt x="0" y="946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1" r="-4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2">
            <a:extLst>
              <a:ext uri="{FF2B5EF4-FFF2-40B4-BE49-F238E27FC236}">
                <a16:creationId xmlns:a16="http://schemas.microsoft.com/office/drawing/2014/main" id="{D8701B4B-1179-0DC3-7291-935F110F4F61}"/>
              </a:ext>
            </a:extLst>
          </p:cNvPr>
          <p:cNvGrpSpPr>
            <a:grpSpLocks noChangeAspect="1"/>
          </p:cNvGrpSpPr>
          <p:nvPr/>
        </p:nvGrpSpPr>
        <p:grpSpPr>
          <a:xfrm>
            <a:off x="6419803" y="2503223"/>
            <a:ext cx="5561463" cy="2762193"/>
            <a:chOff x="0" y="0"/>
            <a:chExt cx="19050000" cy="9461500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D00A13AA-AD2B-52F8-FFAD-11D52DFD6C88}"/>
                </a:ext>
              </a:extLst>
            </p:cNvPr>
            <p:cNvSpPr/>
            <p:nvPr/>
          </p:nvSpPr>
          <p:spPr>
            <a:xfrm>
              <a:off x="338074" y="404876"/>
              <a:ext cx="18373979" cy="8616823"/>
            </a:xfrm>
            <a:custGeom>
              <a:avLst/>
              <a:gdLst/>
              <a:ahLst/>
              <a:cxnLst/>
              <a:rect l="l" t="t" r="r" b="b"/>
              <a:pathLst>
                <a:path w="18373979" h="8616823">
                  <a:moveTo>
                    <a:pt x="17339945" y="8616823"/>
                  </a:moveTo>
                  <a:lnTo>
                    <a:pt x="1033907" y="8616823"/>
                  </a:lnTo>
                  <a:cubicBezTo>
                    <a:pt x="462915" y="8616823"/>
                    <a:pt x="0" y="8153908"/>
                    <a:pt x="0" y="7582916"/>
                  </a:cubicBezTo>
                  <a:lnTo>
                    <a:pt x="0" y="1033907"/>
                  </a:lnTo>
                  <a:cubicBezTo>
                    <a:pt x="0" y="462915"/>
                    <a:pt x="462915" y="0"/>
                    <a:pt x="1033907" y="0"/>
                  </a:cubicBezTo>
                  <a:lnTo>
                    <a:pt x="17340072" y="0"/>
                  </a:lnTo>
                  <a:cubicBezTo>
                    <a:pt x="17911063" y="0"/>
                    <a:pt x="18373979" y="462915"/>
                    <a:pt x="18373979" y="1033907"/>
                  </a:cubicBezTo>
                  <a:lnTo>
                    <a:pt x="18373979" y="7582916"/>
                  </a:lnTo>
                  <a:cubicBezTo>
                    <a:pt x="18373852" y="8153908"/>
                    <a:pt x="17910938" y="8616823"/>
                    <a:pt x="17339945" y="8616823"/>
                  </a:cubicBezTo>
                  <a:close/>
                </a:path>
              </a:pathLst>
            </a:custGeom>
            <a:blipFill>
              <a:blip r:embed="rId4"/>
              <a:stretch>
                <a:fillRect b="-4678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825CFCFF-3EA8-1D9B-A29A-706963800A68}"/>
                </a:ext>
              </a:extLst>
            </p:cNvPr>
            <p:cNvSpPr/>
            <p:nvPr/>
          </p:nvSpPr>
          <p:spPr>
            <a:xfrm>
              <a:off x="0" y="0"/>
              <a:ext cx="19050000" cy="9461500"/>
            </a:xfrm>
            <a:custGeom>
              <a:avLst/>
              <a:gdLst/>
              <a:ahLst/>
              <a:cxnLst/>
              <a:rect l="l" t="t" r="r" b="b"/>
              <a:pathLst>
                <a:path w="19050000" h="9461500">
                  <a:moveTo>
                    <a:pt x="0" y="0"/>
                  </a:moveTo>
                  <a:lnTo>
                    <a:pt x="19050000" y="0"/>
                  </a:lnTo>
                  <a:lnTo>
                    <a:pt x="19050000" y="9461500"/>
                  </a:lnTo>
                  <a:lnTo>
                    <a:pt x="0" y="946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1" r="-4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381896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33B95-FEBE-C311-418B-61BAC16F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9F22828-EEC1-7846-A508-342089DB7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8EE942-C3CE-84E9-0A13-F446A701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48A854-CD00-314F-FBA7-690F4B670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37AFD5-7C97-3F4D-1EC3-9B2579661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7068CA-3574-35B6-9651-0F3120B3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DDE1E28-0D3C-BF2F-80B4-A882BA6D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Risultato 2° iterazione: </a:t>
            </a:r>
            <a:r>
              <a:rPr lang="it-IT" sz="2800">
                <a:solidFill>
                  <a:srgbClr val="FFFFFF"/>
                </a:solidFill>
              </a:rPr>
              <a:t>creazione itinerario casuale </a:t>
            </a:r>
            <a:endParaRPr lang="it-IT" sz="4000">
              <a:solidFill>
                <a:srgbClr val="FFFFFF"/>
              </a:solidFill>
            </a:endParaRP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561807D5-9535-312B-9358-493F88692AC3}"/>
              </a:ext>
            </a:extLst>
          </p:cNvPr>
          <p:cNvGrpSpPr>
            <a:grpSpLocks noChangeAspect="1"/>
          </p:cNvGrpSpPr>
          <p:nvPr/>
        </p:nvGrpSpPr>
        <p:grpSpPr>
          <a:xfrm>
            <a:off x="3608163" y="1971563"/>
            <a:ext cx="4300967" cy="2102699"/>
            <a:chOff x="0" y="0"/>
            <a:chExt cx="19050000" cy="946150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A99B2F14-F7CE-D7EA-BC38-62756F675735}"/>
                </a:ext>
              </a:extLst>
            </p:cNvPr>
            <p:cNvSpPr/>
            <p:nvPr/>
          </p:nvSpPr>
          <p:spPr>
            <a:xfrm>
              <a:off x="338074" y="404876"/>
              <a:ext cx="18373979" cy="8616823"/>
            </a:xfrm>
            <a:custGeom>
              <a:avLst/>
              <a:gdLst/>
              <a:ahLst/>
              <a:cxnLst/>
              <a:rect l="l" t="t" r="r" b="b"/>
              <a:pathLst>
                <a:path w="18373979" h="8616823">
                  <a:moveTo>
                    <a:pt x="17339945" y="8616823"/>
                  </a:moveTo>
                  <a:lnTo>
                    <a:pt x="1033907" y="8616823"/>
                  </a:lnTo>
                  <a:cubicBezTo>
                    <a:pt x="462915" y="8616823"/>
                    <a:pt x="0" y="8153908"/>
                    <a:pt x="0" y="7582916"/>
                  </a:cubicBezTo>
                  <a:lnTo>
                    <a:pt x="0" y="1033907"/>
                  </a:lnTo>
                  <a:cubicBezTo>
                    <a:pt x="0" y="462915"/>
                    <a:pt x="462915" y="0"/>
                    <a:pt x="1033907" y="0"/>
                  </a:cubicBezTo>
                  <a:lnTo>
                    <a:pt x="17340072" y="0"/>
                  </a:lnTo>
                  <a:cubicBezTo>
                    <a:pt x="17911063" y="0"/>
                    <a:pt x="18373979" y="462915"/>
                    <a:pt x="18373979" y="1033907"/>
                  </a:cubicBezTo>
                  <a:lnTo>
                    <a:pt x="18373979" y="7582916"/>
                  </a:lnTo>
                  <a:cubicBezTo>
                    <a:pt x="18373852" y="8153908"/>
                    <a:pt x="17910938" y="8616823"/>
                    <a:pt x="17339945" y="8616823"/>
                  </a:cubicBezTo>
                  <a:close/>
                </a:path>
              </a:pathLst>
            </a:custGeom>
            <a:blipFill>
              <a:blip r:embed="rId2"/>
              <a:stretch>
                <a:fillRect b="-5066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FA087953-0C86-5FB0-B4D9-F30E2CCF2D9A}"/>
                </a:ext>
              </a:extLst>
            </p:cNvPr>
            <p:cNvSpPr/>
            <p:nvPr/>
          </p:nvSpPr>
          <p:spPr>
            <a:xfrm>
              <a:off x="0" y="0"/>
              <a:ext cx="19050000" cy="9461500"/>
            </a:xfrm>
            <a:custGeom>
              <a:avLst/>
              <a:gdLst/>
              <a:ahLst/>
              <a:cxnLst/>
              <a:rect l="l" t="t" r="r" b="b"/>
              <a:pathLst>
                <a:path w="19050000" h="9461500">
                  <a:moveTo>
                    <a:pt x="0" y="0"/>
                  </a:moveTo>
                  <a:lnTo>
                    <a:pt x="19050000" y="0"/>
                  </a:lnTo>
                  <a:lnTo>
                    <a:pt x="19050000" y="9461500"/>
                  </a:lnTo>
                  <a:lnTo>
                    <a:pt x="0" y="946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1" r="-4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92A587A-FCA9-D21C-7A84-2ED127C8AB7C}"/>
              </a:ext>
            </a:extLst>
          </p:cNvPr>
          <p:cNvSpPr txBox="1"/>
          <p:nvPr/>
        </p:nvSpPr>
        <p:spPr>
          <a:xfrm>
            <a:off x="3614776" y="1602674"/>
            <a:ext cx="4294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accent2">
                    <a:lumMod val="75000"/>
                  </a:schemeClr>
                </a:solidFill>
              </a:rPr>
              <a:t>Crea un nuovo viaggio casuale</a:t>
            </a:r>
          </a:p>
        </p:txBody>
      </p:sp>
      <p:sp>
        <p:nvSpPr>
          <p:cNvPr id="23" name="AutoShape 34">
            <a:extLst>
              <a:ext uri="{FF2B5EF4-FFF2-40B4-BE49-F238E27FC236}">
                <a16:creationId xmlns:a16="http://schemas.microsoft.com/office/drawing/2014/main" id="{9703B357-EDE2-2AF9-70B4-A26DC508CF07}"/>
              </a:ext>
            </a:extLst>
          </p:cNvPr>
          <p:cNvSpPr/>
          <p:nvPr/>
        </p:nvSpPr>
        <p:spPr>
          <a:xfrm flipV="1">
            <a:off x="6375463" y="2798336"/>
            <a:ext cx="1860438" cy="17824"/>
          </a:xfrm>
          <a:prstGeom prst="line">
            <a:avLst/>
          </a:prstGeom>
          <a:ln w="38100" cap="flat">
            <a:solidFill>
              <a:schemeClr val="accent4">
                <a:lumMod val="60000"/>
                <a:lumOff val="40000"/>
              </a:schemeClr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it-IT" sz="120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A85FB98E-A735-2749-DC61-E204AB7C6E8F}"/>
              </a:ext>
            </a:extLst>
          </p:cNvPr>
          <p:cNvSpPr txBox="1"/>
          <p:nvPr/>
        </p:nvSpPr>
        <p:spPr>
          <a:xfrm>
            <a:off x="8291655" y="2395989"/>
            <a:ext cx="1954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accent4">
                    <a:lumMod val="60000"/>
                    <a:lumOff val="40000"/>
                  </a:schemeClr>
                </a:solidFill>
              </a:rPr>
              <a:t>Fai scegliere un viaggio casuale tra quelli pubblicati dagli utenti di </a:t>
            </a:r>
            <a:r>
              <a:rPr lang="it-IT" sz="160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OptiTour</a:t>
            </a:r>
            <a:endParaRPr lang="it-IT" sz="16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AutoShape 34">
            <a:extLst>
              <a:ext uri="{FF2B5EF4-FFF2-40B4-BE49-F238E27FC236}">
                <a16:creationId xmlns:a16="http://schemas.microsoft.com/office/drawing/2014/main" id="{B835A301-99E0-F7E1-5DAE-43A85053449F}"/>
              </a:ext>
            </a:extLst>
          </p:cNvPr>
          <p:cNvSpPr/>
          <p:nvPr/>
        </p:nvSpPr>
        <p:spPr>
          <a:xfrm flipH="1" flipV="1">
            <a:off x="3183475" y="3496639"/>
            <a:ext cx="1887562" cy="5513"/>
          </a:xfrm>
          <a:prstGeom prst="line">
            <a:avLst/>
          </a:prstGeom>
          <a:ln w="38100" cap="flat">
            <a:solidFill>
              <a:schemeClr val="tx2">
                <a:lumMod val="75000"/>
                <a:lumOff val="25000"/>
              </a:schemeClr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it-IT" sz="120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F4BDED92-7955-EBC4-EC86-EF1B68881096}"/>
              </a:ext>
            </a:extLst>
          </p:cNvPr>
          <p:cNvSpPr txBox="1"/>
          <p:nvPr/>
        </p:nvSpPr>
        <p:spPr>
          <a:xfrm>
            <a:off x="1105477" y="3092962"/>
            <a:ext cx="1954776" cy="818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tx2">
                    <a:lumMod val="75000"/>
                    <a:lumOff val="25000"/>
                  </a:schemeClr>
                </a:solidFill>
              </a:rPr>
              <a:t>Scegli una città e fai decidere a </a:t>
            </a:r>
            <a:r>
              <a:rPr lang="it-IT" sz="1600" err="1">
                <a:solidFill>
                  <a:schemeClr val="tx2">
                    <a:lumMod val="75000"/>
                    <a:lumOff val="25000"/>
                  </a:schemeClr>
                </a:solidFill>
              </a:rPr>
              <a:t>OptiTour</a:t>
            </a:r>
            <a:r>
              <a:rPr lang="it-IT" sz="1600">
                <a:solidFill>
                  <a:schemeClr val="tx2">
                    <a:lumMod val="75000"/>
                    <a:lumOff val="25000"/>
                  </a:schemeClr>
                </a:solidFill>
              </a:rPr>
              <a:t> quali punti di interesse inserire nel tuo prossimo viaggio</a:t>
            </a: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3A17683-D683-9556-F2B5-C5F799AA4299}"/>
              </a:ext>
            </a:extLst>
          </p:cNvPr>
          <p:cNvGrpSpPr>
            <a:grpSpLocks noChangeAspect="1"/>
          </p:cNvGrpSpPr>
          <p:nvPr/>
        </p:nvGrpSpPr>
        <p:grpSpPr>
          <a:xfrm>
            <a:off x="3614776" y="4386170"/>
            <a:ext cx="4300967" cy="2112594"/>
            <a:chOff x="0" y="0"/>
            <a:chExt cx="19050000" cy="9461500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1017F379-BEA1-069B-032C-0112AE9C87BA}"/>
                </a:ext>
              </a:extLst>
            </p:cNvPr>
            <p:cNvSpPr/>
            <p:nvPr/>
          </p:nvSpPr>
          <p:spPr>
            <a:xfrm>
              <a:off x="338074" y="404876"/>
              <a:ext cx="18373979" cy="8616823"/>
            </a:xfrm>
            <a:custGeom>
              <a:avLst/>
              <a:gdLst/>
              <a:ahLst/>
              <a:cxnLst/>
              <a:rect l="l" t="t" r="r" b="b"/>
              <a:pathLst>
                <a:path w="18373979" h="8616823">
                  <a:moveTo>
                    <a:pt x="17339945" y="8616823"/>
                  </a:moveTo>
                  <a:lnTo>
                    <a:pt x="1033907" y="8616823"/>
                  </a:lnTo>
                  <a:cubicBezTo>
                    <a:pt x="462915" y="8616823"/>
                    <a:pt x="0" y="8153908"/>
                    <a:pt x="0" y="7582916"/>
                  </a:cubicBezTo>
                  <a:lnTo>
                    <a:pt x="0" y="1033907"/>
                  </a:lnTo>
                  <a:cubicBezTo>
                    <a:pt x="0" y="462915"/>
                    <a:pt x="462915" y="0"/>
                    <a:pt x="1033907" y="0"/>
                  </a:cubicBezTo>
                  <a:lnTo>
                    <a:pt x="17340072" y="0"/>
                  </a:lnTo>
                  <a:cubicBezTo>
                    <a:pt x="17911063" y="0"/>
                    <a:pt x="18373979" y="462915"/>
                    <a:pt x="18373979" y="1033907"/>
                  </a:cubicBezTo>
                  <a:lnTo>
                    <a:pt x="18373979" y="7582916"/>
                  </a:lnTo>
                  <a:cubicBezTo>
                    <a:pt x="18373852" y="8153908"/>
                    <a:pt x="17910938" y="8616823"/>
                    <a:pt x="17339945" y="8616823"/>
                  </a:cubicBezTo>
                  <a:close/>
                </a:path>
              </a:pathLst>
            </a:custGeom>
            <a:blipFill>
              <a:blip r:embed="rId4"/>
              <a:stretch>
                <a:fillRect b="-5066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Freeform 4">
              <a:extLst>
                <a:ext uri="{FF2B5EF4-FFF2-40B4-BE49-F238E27FC236}">
                  <a16:creationId xmlns:a16="http://schemas.microsoft.com/office/drawing/2014/main" id="{CDB396F0-EF89-07AC-66A1-5E4FD6033135}"/>
                </a:ext>
              </a:extLst>
            </p:cNvPr>
            <p:cNvSpPr/>
            <p:nvPr/>
          </p:nvSpPr>
          <p:spPr>
            <a:xfrm>
              <a:off x="0" y="0"/>
              <a:ext cx="19050000" cy="9461500"/>
            </a:xfrm>
            <a:custGeom>
              <a:avLst/>
              <a:gdLst/>
              <a:ahLst/>
              <a:cxnLst/>
              <a:rect l="l" t="t" r="r" b="b"/>
              <a:pathLst>
                <a:path w="19050000" h="9461500">
                  <a:moveTo>
                    <a:pt x="0" y="0"/>
                  </a:moveTo>
                  <a:lnTo>
                    <a:pt x="19050000" y="0"/>
                  </a:lnTo>
                  <a:lnTo>
                    <a:pt x="19050000" y="9461500"/>
                  </a:lnTo>
                  <a:lnTo>
                    <a:pt x="0" y="946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1" r="-4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2" name="AutoShape 34">
            <a:extLst>
              <a:ext uri="{FF2B5EF4-FFF2-40B4-BE49-F238E27FC236}">
                <a16:creationId xmlns:a16="http://schemas.microsoft.com/office/drawing/2014/main" id="{9F0EBFF6-5E60-7435-8BB6-7F93FF057BAB}"/>
              </a:ext>
            </a:extLst>
          </p:cNvPr>
          <p:cNvSpPr/>
          <p:nvPr/>
        </p:nvSpPr>
        <p:spPr>
          <a:xfrm>
            <a:off x="5737683" y="4104597"/>
            <a:ext cx="2717" cy="283253"/>
          </a:xfrm>
          <a:prstGeom prst="line">
            <a:avLst/>
          </a:prstGeom>
          <a:ln w="38100" cap="flat">
            <a:solidFill>
              <a:schemeClr val="accent2">
                <a:lumMod val="75000"/>
              </a:schemeClr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it-IT" sz="120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37C17A5F-627E-3CED-342E-E1E336F949F9}"/>
              </a:ext>
            </a:extLst>
          </p:cNvPr>
          <p:cNvSpPr txBox="1"/>
          <p:nvPr/>
        </p:nvSpPr>
        <p:spPr>
          <a:xfrm>
            <a:off x="2425700" y="6502755"/>
            <a:ext cx="6918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accent2">
                    <a:lumMod val="75000"/>
                  </a:schemeClr>
                </a:solidFill>
              </a:rPr>
              <a:t>Visualizza sulla mappa le tappe proposte da </a:t>
            </a:r>
            <a:r>
              <a:rPr lang="it-IT" sz="1600" err="1">
                <a:solidFill>
                  <a:schemeClr val="accent2">
                    <a:lumMod val="75000"/>
                  </a:schemeClr>
                </a:solidFill>
              </a:rPr>
              <a:t>OptiTour</a:t>
            </a:r>
            <a:r>
              <a:rPr lang="it-IT" sz="1600">
                <a:solidFill>
                  <a:schemeClr val="accent2">
                    <a:lumMod val="75000"/>
                  </a:schemeClr>
                </a:solidFill>
              </a:rPr>
              <a:t> per il tuo nuovo viaggio</a:t>
            </a:r>
          </a:p>
        </p:txBody>
      </p:sp>
    </p:spTree>
    <p:extLst>
      <p:ext uri="{BB962C8B-B14F-4D97-AF65-F5344CB8AC3E}">
        <p14:creationId xmlns:p14="http://schemas.microsoft.com/office/powerpoint/2010/main" val="15365419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C2DBFC-FD9B-AE43-A186-3AC05D4A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2B9481D-E975-E7E8-138C-1D16614B2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C3DB9C-6445-1AE9-27C2-196231200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51AAE8-98C6-C4C9-EEBE-85AD85EDA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F1DB2B-FBAF-3EEE-199E-10DD87532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9AB92FD-2424-8832-703E-94CD69ED1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B707246-97EF-7023-888B-7570AF26A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Iterazione</a:t>
            </a:r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#3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B7735EA-847A-A131-BDD5-1AE44E314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29A147-C12C-89B8-CB4C-E05314A0F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3525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7D32F-8490-5D7D-AE15-342C9AECC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0C55A89-8E4F-4B08-9152-86D8F74E4E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618601-38D6-5AD2-21E9-5A8FA41B0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9DDDF1-C675-1964-C27D-DF8707BCC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FD875E-5308-D4B2-2074-1A5F1D1A9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037A0EF-36D2-D7E3-7C66-9A126127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8FA351F-E4A5-4614-6DF8-1852C0CDE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Casi d’uso implementati</a:t>
            </a:r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DD1555B0-3CC1-06E7-65DD-3E4590A55DAC}"/>
              </a:ext>
            </a:extLst>
          </p:cNvPr>
          <p:cNvGrpSpPr/>
          <p:nvPr/>
        </p:nvGrpSpPr>
        <p:grpSpPr>
          <a:xfrm>
            <a:off x="4818548" y="175868"/>
            <a:ext cx="6645277" cy="6540065"/>
            <a:chOff x="4808585" y="175868"/>
            <a:chExt cx="6645277" cy="6540065"/>
          </a:xfrm>
        </p:grpSpPr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E72C90CE-84C2-7A6A-8970-E6F2A0B09AC0}"/>
                </a:ext>
              </a:extLst>
            </p:cNvPr>
            <p:cNvGrpSpPr/>
            <p:nvPr/>
          </p:nvGrpSpPr>
          <p:grpSpPr>
            <a:xfrm>
              <a:off x="4808585" y="175868"/>
              <a:ext cx="3664744" cy="1569171"/>
              <a:chOff x="4438634" y="231708"/>
              <a:chExt cx="3664744" cy="1569171"/>
            </a:xfrm>
          </p:grpSpPr>
          <p:sp>
            <p:nvSpPr>
              <p:cNvPr id="3" name="Google Shape;67;p14">
                <a:extLst>
                  <a:ext uri="{FF2B5EF4-FFF2-40B4-BE49-F238E27FC236}">
                    <a16:creationId xmlns:a16="http://schemas.microsoft.com/office/drawing/2014/main" id="{7621210D-3CBB-CC2E-5055-13BE33C89695}"/>
                  </a:ext>
                </a:extLst>
              </p:cNvPr>
              <p:cNvSpPr/>
              <p:nvPr/>
            </p:nvSpPr>
            <p:spPr>
              <a:xfrm>
                <a:off x="4438634" y="231708"/>
                <a:ext cx="3664744" cy="1569171"/>
              </a:xfrm>
              <a:prstGeom prst="roundRect">
                <a:avLst>
                  <a:gd name="adj" fmla="val 4812"/>
                </a:avLst>
              </a:prstGeom>
              <a:solidFill>
                <a:srgbClr val="D9EDF2"/>
              </a:solidFill>
              <a:ln w="9525" cap="flat" cmpd="sng">
                <a:solidFill>
                  <a:srgbClr val="BFD3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68;p14">
                <a:extLst>
                  <a:ext uri="{FF2B5EF4-FFF2-40B4-BE49-F238E27FC236}">
                    <a16:creationId xmlns:a16="http://schemas.microsoft.com/office/drawing/2014/main" id="{FAC2A3AF-072F-591F-29DC-CD69C1F53712}"/>
                  </a:ext>
                </a:extLst>
              </p:cNvPr>
              <p:cNvSpPr/>
              <p:nvPr/>
            </p:nvSpPr>
            <p:spPr>
              <a:xfrm>
                <a:off x="4583669" y="326541"/>
                <a:ext cx="3388418" cy="4783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lvl="0" algn="ctr">
                  <a:lnSpc>
                    <a:spcPct val="125000"/>
                  </a:lnSpc>
                  <a:buClr>
                    <a:srgbClr val="384653"/>
                  </a:buClr>
                  <a:buSzPts val="2200"/>
                </a:pPr>
                <a:r>
                  <a:rPr lang="en-US" sz="2200" err="1">
                    <a:solidFill>
                      <a:srgbClr val="384653"/>
                    </a:solidFill>
                    <a:latin typeface="+mj-lt"/>
                    <a:sym typeface="Host Grotesk"/>
                  </a:rPr>
                  <a:t>Esportazione</a:t>
                </a:r>
                <a:r>
                  <a:rPr lang="en-US" sz="2200">
                    <a:solidFill>
                      <a:srgbClr val="384653"/>
                    </a:solidFill>
                    <a:latin typeface="+mj-lt"/>
                    <a:sym typeface="Host Grotesk"/>
                  </a:rPr>
                  <a:t> PDF </a:t>
                </a:r>
                <a:r>
                  <a:rPr lang="en-US" sz="1600">
                    <a:solidFill>
                      <a:srgbClr val="384653"/>
                    </a:solidFill>
                    <a:latin typeface="+mj-lt"/>
                    <a:sym typeface="Host Grotesk"/>
                  </a:rPr>
                  <a:t>(UC6)</a:t>
                </a:r>
                <a:endParaRPr sz="2200">
                  <a:solidFill>
                    <a:srgbClr val="384653"/>
                  </a:solidFill>
                  <a:latin typeface="+mj-lt"/>
                </a:endParaRPr>
              </a:p>
            </p:txBody>
          </p:sp>
          <p:sp>
            <p:nvSpPr>
              <p:cNvPr id="7" name="Google Shape;69;p14">
                <a:extLst>
                  <a:ext uri="{FF2B5EF4-FFF2-40B4-BE49-F238E27FC236}">
                    <a16:creationId xmlns:a16="http://schemas.microsoft.com/office/drawing/2014/main" id="{C14E3CB3-F9DD-6F15-1E71-81235A94E3FC}"/>
                  </a:ext>
                </a:extLst>
              </p:cNvPr>
              <p:cNvSpPr/>
              <p:nvPr/>
            </p:nvSpPr>
            <p:spPr>
              <a:xfrm>
                <a:off x="4583669" y="985139"/>
                <a:ext cx="3388418" cy="646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lvl="0" algn="ctr">
                  <a:lnSpc>
                    <a:spcPct val="151428"/>
                  </a:lnSpc>
                  <a:buClr>
                    <a:srgbClr val="384653"/>
                  </a:buClr>
                  <a:buSzPts val="1750"/>
                </a:pPr>
                <a:r>
                  <a:rPr lang="it-IT" sz="1400" i="1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Generazione documenti itinerario con tabella riassuntiva tappe</a:t>
                </a:r>
                <a:endParaRPr lang="it-IT" sz="1400" i="1"/>
              </a:p>
            </p:txBody>
          </p:sp>
        </p:grpSp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A96352CE-4D02-BDC2-4B72-634E079F7EF6}"/>
                </a:ext>
              </a:extLst>
            </p:cNvPr>
            <p:cNvGrpSpPr/>
            <p:nvPr/>
          </p:nvGrpSpPr>
          <p:grpSpPr>
            <a:xfrm>
              <a:off x="7789118" y="1862335"/>
              <a:ext cx="3664744" cy="2310274"/>
              <a:chOff x="4438634" y="1982521"/>
              <a:chExt cx="3664744" cy="2310274"/>
            </a:xfrm>
          </p:grpSpPr>
          <p:sp>
            <p:nvSpPr>
              <p:cNvPr id="9" name="Google Shape;67;p14">
                <a:extLst>
                  <a:ext uri="{FF2B5EF4-FFF2-40B4-BE49-F238E27FC236}">
                    <a16:creationId xmlns:a16="http://schemas.microsoft.com/office/drawing/2014/main" id="{6E2336E2-ABD6-EC6D-54BE-FA933A5C999C}"/>
                  </a:ext>
                </a:extLst>
              </p:cNvPr>
              <p:cNvSpPr/>
              <p:nvPr/>
            </p:nvSpPr>
            <p:spPr>
              <a:xfrm>
                <a:off x="4438634" y="1982521"/>
                <a:ext cx="3664744" cy="2310274"/>
              </a:xfrm>
              <a:prstGeom prst="roundRect">
                <a:avLst>
                  <a:gd name="adj" fmla="val 4812"/>
                </a:avLst>
              </a:prstGeom>
              <a:solidFill>
                <a:srgbClr val="D9EDF2"/>
              </a:solidFill>
              <a:ln w="9525" cap="flat" cmpd="sng">
                <a:solidFill>
                  <a:srgbClr val="BFD3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8;p14">
                <a:extLst>
                  <a:ext uri="{FF2B5EF4-FFF2-40B4-BE49-F238E27FC236}">
                    <a16:creationId xmlns:a16="http://schemas.microsoft.com/office/drawing/2014/main" id="{219A72B3-5779-4791-3D93-C136EA308167}"/>
                  </a:ext>
                </a:extLst>
              </p:cNvPr>
              <p:cNvSpPr/>
              <p:nvPr/>
            </p:nvSpPr>
            <p:spPr>
              <a:xfrm>
                <a:off x="4583669" y="2077353"/>
                <a:ext cx="3388418" cy="4783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lvl="0" algn="ctr">
                  <a:lnSpc>
                    <a:spcPct val="125000"/>
                  </a:lnSpc>
                  <a:buClr>
                    <a:srgbClr val="384653"/>
                  </a:buClr>
                  <a:buSzPts val="2200"/>
                </a:pPr>
                <a:r>
                  <a:rPr lang="en-US" sz="2200" err="1">
                    <a:solidFill>
                      <a:srgbClr val="384653"/>
                    </a:solidFill>
                    <a:latin typeface="+mj-lt"/>
                    <a:sym typeface="Host Grotesk"/>
                  </a:rPr>
                  <a:t>Gestione</a:t>
                </a:r>
                <a:r>
                  <a:rPr lang="en-US" sz="2200">
                    <a:solidFill>
                      <a:srgbClr val="384653"/>
                    </a:solidFill>
                    <a:latin typeface="+mj-lt"/>
                    <a:sym typeface="Host Grotesk"/>
                  </a:rPr>
                  <a:t> del </a:t>
                </a:r>
                <a:r>
                  <a:rPr lang="en-US" sz="2200" err="1">
                    <a:solidFill>
                      <a:srgbClr val="384653"/>
                    </a:solidFill>
                    <a:latin typeface="+mj-lt"/>
                    <a:sym typeface="Host Grotesk"/>
                  </a:rPr>
                  <a:t>profilo</a:t>
                </a:r>
                <a:endParaRPr sz="2200">
                  <a:solidFill>
                    <a:srgbClr val="384653"/>
                  </a:solidFill>
                  <a:latin typeface="+mj-lt"/>
                </a:endParaRPr>
              </a:p>
            </p:txBody>
          </p:sp>
          <p:sp>
            <p:nvSpPr>
              <p:cNvPr id="11" name="Google Shape;69;p14">
                <a:extLst>
                  <a:ext uri="{FF2B5EF4-FFF2-40B4-BE49-F238E27FC236}">
                    <a16:creationId xmlns:a16="http://schemas.microsoft.com/office/drawing/2014/main" id="{990A22E2-D578-D7E4-A4CF-AF95035B1E4E}"/>
                  </a:ext>
                </a:extLst>
              </p:cNvPr>
              <p:cNvSpPr/>
              <p:nvPr/>
            </p:nvSpPr>
            <p:spPr>
              <a:xfrm>
                <a:off x="4583669" y="3461887"/>
                <a:ext cx="3388418" cy="646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lvl="0" algn="ctr">
                  <a:lnSpc>
                    <a:spcPct val="151428"/>
                  </a:lnSpc>
                  <a:buClr>
                    <a:srgbClr val="384653"/>
                  </a:buClr>
                  <a:buSzPts val="1750"/>
                </a:pPr>
                <a:r>
                  <a:rPr lang="it-IT" sz="1400" i="1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Modifica dati personali, cambio password ed eliminazione account</a:t>
                </a:r>
                <a:endParaRPr lang="it-IT" sz="1400" i="1"/>
              </a:p>
            </p:txBody>
          </p:sp>
          <p:sp>
            <p:nvSpPr>
              <p:cNvPr id="12" name="Google Shape;72;p14">
                <a:extLst>
                  <a:ext uri="{FF2B5EF4-FFF2-40B4-BE49-F238E27FC236}">
                    <a16:creationId xmlns:a16="http://schemas.microsoft.com/office/drawing/2014/main" id="{C16443E9-1CD4-99F2-FD58-342CB99E3436}"/>
                  </a:ext>
                </a:extLst>
              </p:cNvPr>
              <p:cNvSpPr/>
              <p:nvPr/>
            </p:nvSpPr>
            <p:spPr>
              <a:xfrm>
                <a:off x="4584107" y="2600858"/>
                <a:ext cx="3388418" cy="7314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285750" marR="0" lvl="0" indent="-285750" algn="l" rtl="0">
                  <a:lnSpc>
                    <a:spcPct val="15142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r>
                  <a:rPr lang="en-US" sz="1400" b="0" i="0" u="none" strike="noStrike" cap="none" err="1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Modifica</a:t>
                </a:r>
                <a:r>
                  <a:rPr lang="en-US" sz="1400" b="0" i="0" u="none" strike="noStrike" cap="none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 </a:t>
                </a:r>
                <a:r>
                  <a:rPr lang="en-US" sz="1400" b="0" i="0" u="none" strike="noStrike" cap="none" err="1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dati</a:t>
                </a:r>
                <a:r>
                  <a:rPr lang="en-US" sz="1400" b="0" i="0" u="none" strike="noStrike" cap="none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 (UC2.1)</a:t>
                </a:r>
                <a:endParaRPr lang="en-US" sz="1400">
                  <a:solidFill>
                    <a:srgbClr val="384653"/>
                  </a:solidFill>
                  <a:ea typeface="Roboto"/>
                  <a:cs typeface="Roboto"/>
                  <a:sym typeface="Roboto"/>
                </a:endParaRPr>
              </a:p>
              <a:p>
                <a:pPr marL="285750" marR="0" lvl="0" indent="-285750" algn="l" rtl="0">
                  <a:lnSpc>
                    <a:spcPct val="15142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r>
                  <a:rPr lang="en-US" sz="1400" err="1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Elimina</a:t>
                </a:r>
                <a:r>
                  <a:rPr lang="en-US" sz="1400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 account </a:t>
                </a:r>
                <a:r>
                  <a:rPr lang="en-US" sz="1400" b="0" i="0" u="none" strike="noStrike" cap="none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(UC2.2)</a:t>
                </a:r>
              </a:p>
            </p:txBody>
          </p:sp>
        </p:grpSp>
        <p:grpSp>
          <p:nvGrpSpPr>
            <p:cNvPr id="19" name="Gruppo 18">
              <a:extLst>
                <a:ext uri="{FF2B5EF4-FFF2-40B4-BE49-F238E27FC236}">
                  <a16:creationId xmlns:a16="http://schemas.microsoft.com/office/drawing/2014/main" id="{942EBC5D-F5C0-CA29-94F8-81390AE5515E}"/>
                </a:ext>
              </a:extLst>
            </p:cNvPr>
            <p:cNvGrpSpPr/>
            <p:nvPr/>
          </p:nvGrpSpPr>
          <p:grpSpPr>
            <a:xfrm>
              <a:off x="5527547" y="4289905"/>
              <a:ext cx="3664744" cy="2426028"/>
              <a:chOff x="8315317" y="687120"/>
              <a:chExt cx="3664744" cy="2426028"/>
            </a:xfrm>
          </p:grpSpPr>
          <p:sp>
            <p:nvSpPr>
              <p:cNvPr id="13" name="Google Shape;67;p14">
                <a:extLst>
                  <a:ext uri="{FF2B5EF4-FFF2-40B4-BE49-F238E27FC236}">
                    <a16:creationId xmlns:a16="http://schemas.microsoft.com/office/drawing/2014/main" id="{81973098-22F1-53A5-8A0F-B5252EC629C1}"/>
                  </a:ext>
                </a:extLst>
              </p:cNvPr>
              <p:cNvSpPr/>
              <p:nvPr/>
            </p:nvSpPr>
            <p:spPr>
              <a:xfrm>
                <a:off x="8315317" y="687120"/>
                <a:ext cx="3664744" cy="2426028"/>
              </a:xfrm>
              <a:prstGeom prst="roundRect">
                <a:avLst>
                  <a:gd name="adj" fmla="val 4812"/>
                </a:avLst>
              </a:prstGeom>
              <a:solidFill>
                <a:srgbClr val="D9EDF2"/>
              </a:solidFill>
              <a:ln w="9525" cap="flat" cmpd="sng">
                <a:solidFill>
                  <a:srgbClr val="BFD3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68;p14">
                <a:extLst>
                  <a:ext uri="{FF2B5EF4-FFF2-40B4-BE49-F238E27FC236}">
                    <a16:creationId xmlns:a16="http://schemas.microsoft.com/office/drawing/2014/main" id="{55600965-0EDF-FDED-0FD7-5B80CE87895A}"/>
                  </a:ext>
                </a:extLst>
              </p:cNvPr>
              <p:cNvSpPr/>
              <p:nvPr/>
            </p:nvSpPr>
            <p:spPr>
              <a:xfrm>
                <a:off x="8460352" y="807008"/>
                <a:ext cx="3388418" cy="4783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lvl="0" algn="ctr">
                  <a:lnSpc>
                    <a:spcPct val="125000"/>
                  </a:lnSpc>
                  <a:buClr>
                    <a:srgbClr val="384653"/>
                  </a:buClr>
                  <a:buSzPts val="2200"/>
                </a:pPr>
                <a:r>
                  <a:rPr lang="en-US" sz="2200">
                    <a:solidFill>
                      <a:srgbClr val="384653"/>
                    </a:solidFill>
                    <a:latin typeface="+mj-lt"/>
                    <a:sym typeface="Host Grotesk"/>
                  </a:rPr>
                  <a:t>GUI </a:t>
                </a:r>
                <a:r>
                  <a:rPr lang="en-US" sz="2200" err="1">
                    <a:solidFill>
                      <a:srgbClr val="384653"/>
                    </a:solidFill>
                    <a:latin typeface="+mj-lt"/>
                    <a:sym typeface="Host Grotesk"/>
                  </a:rPr>
                  <a:t>migliorata</a:t>
                </a:r>
                <a:endParaRPr sz="2200">
                  <a:solidFill>
                    <a:srgbClr val="384653"/>
                  </a:solidFill>
                  <a:latin typeface="+mj-lt"/>
                </a:endParaRPr>
              </a:p>
            </p:txBody>
          </p:sp>
          <p:sp>
            <p:nvSpPr>
              <p:cNvPr id="15" name="Google Shape;69;p14">
                <a:extLst>
                  <a:ext uri="{FF2B5EF4-FFF2-40B4-BE49-F238E27FC236}">
                    <a16:creationId xmlns:a16="http://schemas.microsoft.com/office/drawing/2014/main" id="{87FD0CF7-D51E-FFA1-ED2D-B3AA45DF4405}"/>
                  </a:ext>
                </a:extLst>
              </p:cNvPr>
              <p:cNvSpPr/>
              <p:nvPr/>
            </p:nvSpPr>
            <p:spPr>
              <a:xfrm>
                <a:off x="8460352" y="1465606"/>
                <a:ext cx="3388418" cy="16475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285750" lvl="0" indent="-285750">
                  <a:lnSpc>
                    <a:spcPct val="151428"/>
                  </a:lnSpc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r>
                  <a:rPr lang="it-IT" sz="1400" i="1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Cards degli itinerari graficamente più intuitive e moderne</a:t>
                </a:r>
              </a:p>
              <a:p>
                <a:pPr marL="285750" lvl="0" indent="-285750">
                  <a:lnSpc>
                    <a:spcPct val="151428"/>
                  </a:lnSpc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r>
                  <a:rPr lang="it-IT" sz="1400" i="1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Visualizzazione su mappa del percorso che collega i vari POI dell’itinerario</a:t>
                </a:r>
                <a:endParaRPr lang="it-IT" sz="1400" i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87295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1EA44-F47E-C565-2594-F85CBDE17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D699A6C-8364-29E4-942C-75ED4EFAC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Diagramma delle interfacce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97A4EF9A-466A-EB91-15EE-1946355B5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295" y="-17819"/>
            <a:ext cx="3291734" cy="685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2461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C3BE8-1AC1-4496-BDF9-D0565EFA1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2443C5E-41C9-D553-D91E-456633715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A2BFB2-C518-50F5-3A19-AC31FE14A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0B4616-FEA7-603B-22FA-70C5CC013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1FEF0D-4AF0-C4EB-7E0E-047954660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2FF1A1A-B37E-81CC-B92C-D816C5054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7CF96D5-3E60-768D-A7F7-6FC0EA7D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 Diagram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C4362767-B9D7-E9C0-CBFF-0770F2FE3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514" y="263409"/>
            <a:ext cx="4170551" cy="608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094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DDE3B-9FDD-C328-21B5-D26B8F76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25B1C8-7111-4EA7-538E-BEA7E4B07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38104-AD28-CB5F-8134-1B1EA798B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61B06D-5395-620E-EEC0-5CA0C9444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339099-5465-17E8-D136-F4C467366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3069B5-FD5C-1BA6-A8AD-CE0864044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FF4C4F0-F050-2B7A-AAEF-412022E5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Deployment Diagram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42DD717-3F39-5571-125E-DC7DB7AD9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6334" y="1825625"/>
            <a:ext cx="84793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9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048E67-9E4E-92F3-176A-2AF100C6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09D7F44-43DE-2FFF-AB36-87A9C0A0A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0CC5D8FF-2041-14E9-6855-9F3461CB2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1940E063-7683-0E8F-214E-9A98330D9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36BD0C6A-6C39-60C9-D317-FEED378E5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A5CA7DF-6C19-9F5E-4314-67F5A7DC6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Component Diagram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06E3AB6A-E713-1DC1-3B18-C1BB4AFF0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519" y="1825625"/>
            <a:ext cx="7924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203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C2631-A87E-D71E-AF1D-50B38139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A561866-308E-22DA-3B9A-CA3DBB3A4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CodeMR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298D0B0F-33EC-0270-0F70-11E059388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992883"/>
            <a:ext cx="7225748" cy="2872234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AC6ED8A0-FA68-6E45-7093-4118A55FE8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7" y="4971651"/>
            <a:ext cx="7421873" cy="7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775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FF183-5A69-CD99-08EE-D2A8DEDEF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79BA8CF-D277-DEB4-6272-2F2AD5CF0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58B88B-CE2D-2FEA-7C16-28DEA6B8E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26D1B65-A742-79D6-08F1-8FCF29CE9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18414D-8299-D64F-EE2D-BDA8D6937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0E0E613-09DC-A38E-8B6E-153FEB13A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B244430-3008-0C6B-3D79-DAC9B207B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CodeMR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1D4348DC-B0E9-C127-A1CD-FAF098D63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442" y="290825"/>
            <a:ext cx="2407894" cy="617874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8AF0655-EF4A-CBD6-F7BE-99C9FDEC52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69"/>
          <a:stretch>
            <a:fillRect/>
          </a:stretch>
        </p:blipFill>
        <p:spPr>
          <a:xfrm>
            <a:off x="8988514" y="2501976"/>
            <a:ext cx="2543445" cy="396759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D573C36-AF1C-70ED-EBFA-AFD74E23D8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06"/>
          <a:stretch>
            <a:fillRect/>
          </a:stretch>
        </p:blipFill>
        <p:spPr>
          <a:xfrm>
            <a:off x="6649336" y="2501976"/>
            <a:ext cx="2370025" cy="376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971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3D0C9D-95B1-7373-FDFB-33A46D9AE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908715D-8173-4CAD-938D-FFE159ED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764E5D30-A16C-0ECF-4399-880632921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919E93-CA9A-5B2C-73E7-5F32ABEF4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1F5AD5-DF46-6F4E-DA7F-20C1EB73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4CA00F2-9F06-2397-D402-4471DFBA1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b="1">
                <a:solidFill>
                  <a:srgbClr val="FFFFFF"/>
                </a:solidFill>
              </a:rPr>
              <a:t>Junit</a:t>
            </a:r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BDB31F52-22D6-6271-CC59-E2B771E126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933453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480901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D3A2B1-2154-EE16-2F29-F0DA75712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2C7E29F-B280-2503-8CD4-CBCF49108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Copertura finale test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7CAA0D7-DFC6-49A9-DE43-6AC43E98D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33" y="3038983"/>
            <a:ext cx="5131088" cy="744007"/>
          </a:xfrm>
          <a:prstGeom prst="rect">
            <a:avLst/>
          </a:prstGeom>
        </p:spPr>
      </p:pic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071872F-4075-6877-2F45-FC2A92BCE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708" y="2158287"/>
            <a:ext cx="5131087" cy="2578370"/>
          </a:xfrm>
          <a:prstGeom prst="rect">
            <a:avLst/>
          </a:prstGeom>
        </p:spPr>
      </p:pic>
      <p:sp>
        <p:nvSpPr>
          <p:cNvPr id="3" name="Google Shape;140;p18">
            <a:extLst>
              <a:ext uri="{FF2B5EF4-FFF2-40B4-BE49-F238E27FC236}">
                <a16:creationId xmlns:a16="http://schemas.microsoft.com/office/drawing/2014/main" id="{1E9028D9-B0ED-6696-CDC6-47C854D7DFBD}"/>
              </a:ext>
            </a:extLst>
          </p:cNvPr>
          <p:cNvSpPr/>
          <p:nvPr/>
        </p:nvSpPr>
        <p:spPr>
          <a:xfrm>
            <a:off x="8186510" y="5318497"/>
            <a:ext cx="1575720" cy="748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5850"/>
              <a:buFont typeface="Host Grotesk"/>
              <a:buNone/>
            </a:pPr>
            <a:r>
              <a:rPr lang="en-US" sz="5850">
                <a:solidFill>
                  <a:schemeClr val="accent3">
                    <a:lumMod val="60000"/>
                    <a:lumOff val="40000"/>
                  </a:schemeClr>
                </a:solidFill>
                <a:latin typeface="Host Grotesk"/>
                <a:ea typeface="Host Grotesk"/>
                <a:cs typeface="Host Grotesk"/>
                <a:sym typeface="Host Grotesk"/>
              </a:rPr>
              <a:t>96</a:t>
            </a:r>
            <a:r>
              <a:rPr lang="en-US" sz="5850" b="0" i="0" u="none" strike="noStrike" cap="none">
                <a:solidFill>
                  <a:schemeClr val="accent3">
                    <a:lumMod val="60000"/>
                    <a:lumOff val="40000"/>
                  </a:schemeClr>
                </a:solidFill>
                <a:latin typeface="Host Grotesk"/>
                <a:ea typeface="Host Grotesk"/>
                <a:cs typeface="Host Grotesk"/>
                <a:sym typeface="Host Grotesk"/>
              </a:rPr>
              <a:t>%</a:t>
            </a:r>
            <a:endParaRPr sz="5850" b="0" i="0" u="none" strike="noStrike" cap="none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Google Shape;141;p18">
            <a:extLst>
              <a:ext uri="{FF2B5EF4-FFF2-40B4-BE49-F238E27FC236}">
                <a16:creationId xmlns:a16="http://schemas.microsoft.com/office/drawing/2014/main" id="{DA2E05AA-BE9A-5B7A-18BD-7A1F0718BF9B}"/>
              </a:ext>
            </a:extLst>
          </p:cNvPr>
          <p:cNvSpPr/>
          <p:nvPr/>
        </p:nvSpPr>
        <p:spPr>
          <a:xfrm>
            <a:off x="8144290" y="6189566"/>
            <a:ext cx="1660161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Host Grotesk"/>
              <a:buNone/>
            </a:pPr>
            <a:r>
              <a:rPr lang="en-US" sz="2200" b="0" i="0" u="none" strike="noStrike" cap="none" err="1">
                <a:solidFill>
                  <a:srgbClr val="384653"/>
                </a:solidFill>
                <a:latin typeface="Host Grotesk"/>
                <a:ea typeface="Host Grotesk"/>
                <a:cs typeface="Host Grotesk"/>
                <a:sym typeface="Host Grotesk"/>
              </a:rPr>
              <a:t>Copertura</a:t>
            </a:r>
            <a:endParaRPr sz="2200" b="0" i="0" u="none" strike="noStrike" cap="none"/>
          </a:p>
        </p:txBody>
      </p:sp>
      <p:sp>
        <p:nvSpPr>
          <p:cNvPr id="11" name="Parentesi graffa aperta 10">
            <a:extLst>
              <a:ext uri="{FF2B5EF4-FFF2-40B4-BE49-F238E27FC236}">
                <a16:creationId xmlns:a16="http://schemas.microsoft.com/office/drawing/2014/main" id="{14B489BE-A116-7F55-5E87-1B250A81D045}"/>
              </a:ext>
            </a:extLst>
          </p:cNvPr>
          <p:cNvSpPr/>
          <p:nvPr/>
        </p:nvSpPr>
        <p:spPr>
          <a:xfrm>
            <a:off x="5720754" y="1915886"/>
            <a:ext cx="709075" cy="3164114"/>
          </a:xfrm>
          <a:prstGeom prst="leftBrac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Google Shape;141;p18">
            <a:extLst>
              <a:ext uri="{FF2B5EF4-FFF2-40B4-BE49-F238E27FC236}">
                <a16:creationId xmlns:a16="http://schemas.microsoft.com/office/drawing/2014/main" id="{336A746C-C48F-5EF6-D4FC-71961CA79E82}"/>
              </a:ext>
            </a:extLst>
          </p:cNvPr>
          <p:cNvSpPr/>
          <p:nvPr/>
        </p:nvSpPr>
        <p:spPr>
          <a:xfrm>
            <a:off x="10107888" y="6189566"/>
            <a:ext cx="1986933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Host Grotesk"/>
              <a:buNone/>
            </a:pPr>
            <a:r>
              <a:rPr lang="en-US" sz="2200">
                <a:solidFill>
                  <a:srgbClr val="384653"/>
                </a:solidFill>
                <a:latin typeface="Host Grotesk"/>
                <a:sym typeface="Host Grotesk"/>
              </a:rPr>
              <a:t>Metodi di test</a:t>
            </a:r>
            <a:endParaRPr sz="2200" b="0" i="0" u="none" strike="noStrike" cap="none"/>
          </a:p>
        </p:txBody>
      </p:sp>
      <p:sp>
        <p:nvSpPr>
          <p:cNvPr id="17" name="Google Shape;140;p18">
            <a:extLst>
              <a:ext uri="{FF2B5EF4-FFF2-40B4-BE49-F238E27FC236}">
                <a16:creationId xmlns:a16="http://schemas.microsoft.com/office/drawing/2014/main" id="{C9139821-3BB4-8E59-BA08-C1F84C1D2E38}"/>
              </a:ext>
            </a:extLst>
          </p:cNvPr>
          <p:cNvSpPr/>
          <p:nvPr/>
        </p:nvSpPr>
        <p:spPr>
          <a:xfrm>
            <a:off x="10313494" y="5318497"/>
            <a:ext cx="1575720" cy="748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5850"/>
              <a:buFont typeface="Host Grotesk"/>
              <a:buNone/>
            </a:pPr>
            <a:r>
              <a:rPr lang="en-US" sz="5850">
                <a:solidFill>
                  <a:schemeClr val="accent4">
                    <a:lumMod val="60000"/>
                    <a:lumOff val="40000"/>
                  </a:schemeClr>
                </a:solidFill>
                <a:latin typeface="Host Grotesk"/>
                <a:ea typeface="Host Grotesk"/>
                <a:cs typeface="Host Grotesk"/>
                <a:sym typeface="Host Grotesk"/>
              </a:rPr>
              <a:t>192</a:t>
            </a:r>
            <a:endParaRPr sz="5850" b="0" i="0" u="none" strike="noStrike" cap="none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0565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3FB1F-2CC2-1DD5-17FA-8C996874C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37132CE-783B-5AF4-0E1F-CED9DC0A6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E9DEF4-A794-99B7-3AE9-978A4466E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159866-A3CD-D06F-AA2D-9D9CC255E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2B155D-F650-7D24-52BD-4462F7504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2E2DEB-6DA6-7077-AD8E-4885B0510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01A0A4E-8F6F-F075-2779-195B7A6C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API </a:t>
            </a:r>
            <a:r>
              <a:rPr lang="en-US" sz="4000" err="1">
                <a:solidFill>
                  <a:srgbClr val="FFFFFF"/>
                </a:solidFill>
              </a:rPr>
              <a:t>esposte</a:t>
            </a:r>
            <a:r>
              <a:rPr lang="en-US" sz="4000">
                <a:solidFill>
                  <a:srgbClr val="FFFFFF"/>
                </a:solidFill>
              </a:rPr>
              <a:t> &amp; test in Postman</a:t>
            </a:r>
          </a:p>
        </p:txBody>
      </p:sp>
      <p:sp>
        <p:nvSpPr>
          <p:cNvPr id="49" name="Google Shape;168;p20">
            <a:extLst>
              <a:ext uri="{FF2B5EF4-FFF2-40B4-BE49-F238E27FC236}">
                <a16:creationId xmlns:a16="http://schemas.microsoft.com/office/drawing/2014/main" id="{6A36C915-5EDC-6021-2CFB-2A591F9191EB}"/>
              </a:ext>
            </a:extLst>
          </p:cNvPr>
          <p:cNvSpPr/>
          <p:nvPr/>
        </p:nvSpPr>
        <p:spPr>
          <a:xfrm>
            <a:off x="5093325" y="1744598"/>
            <a:ext cx="631853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200"/>
              <a:buFont typeface="Host Grotesk"/>
              <a:buNone/>
            </a:pPr>
            <a:r>
              <a:rPr lang="en-US" sz="2200" b="1" i="0" u="none" strike="noStrike" cap="none">
                <a:solidFill>
                  <a:schemeClr val="accent2">
                    <a:lumMod val="75000"/>
                  </a:schemeClr>
                </a:solidFill>
                <a:latin typeface="+mj-lt"/>
                <a:ea typeface="Host Grotesk"/>
                <a:cs typeface="Host Grotesk"/>
                <a:sym typeface="Host Grotesk"/>
              </a:rPr>
              <a:t>Test delle API in Postman</a:t>
            </a:r>
            <a:endParaRPr sz="2200" b="1" i="0" u="none" strike="noStrike" cap="none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783A6AF7-D7A6-85F3-88EE-20C530B56C4C}"/>
              </a:ext>
            </a:extLst>
          </p:cNvPr>
          <p:cNvGrpSpPr/>
          <p:nvPr/>
        </p:nvGrpSpPr>
        <p:grpSpPr>
          <a:xfrm>
            <a:off x="285464" y="2363371"/>
            <a:ext cx="3372136" cy="3852142"/>
            <a:chOff x="285464" y="2363371"/>
            <a:chExt cx="3372136" cy="3852142"/>
          </a:xfrm>
        </p:grpSpPr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A002A21D-4E8B-02BD-BC03-C826935A6EF8}"/>
                </a:ext>
              </a:extLst>
            </p:cNvPr>
            <p:cNvGrpSpPr/>
            <p:nvPr/>
          </p:nvGrpSpPr>
          <p:grpSpPr>
            <a:xfrm>
              <a:off x="285464" y="2363371"/>
              <a:ext cx="3372136" cy="1931935"/>
              <a:chOff x="285464" y="2363371"/>
              <a:chExt cx="3372136" cy="1931935"/>
            </a:xfrm>
          </p:grpSpPr>
          <p:sp>
            <p:nvSpPr>
              <p:cNvPr id="5" name="Google Shape;67;p14">
                <a:extLst>
                  <a:ext uri="{FF2B5EF4-FFF2-40B4-BE49-F238E27FC236}">
                    <a16:creationId xmlns:a16="http://schemas.microsoft.com/office/drawing/2014/main" id="{DEFADBCB-DAB6-8F19-EA39-115BC6E8DAE2}"/>
                  </a:ext>
                </a:extLst>
              </p:cNvPr>
              <p:cNvSpPr/>
              <p:nvPr/>
            </p:nvSpPr>
            <p:spPr>
              <a:xfrm>
                <a:off x="285464" y="2363371"/>
                <a:ext cx="3372136" cy="1931935"/>
              </a:xfrm>
              <a:prstGeom prst="roundRect">
                <a:avLst>
                  <a:gd name="adj" fmla="val 4812"/>
                </a:avLst>
              </a:prstGeom>
              <a:solidFill>
                <a:srgbClr val="D9EDF2"/>
              </a:solidFill>
              <a:ln w="9525" cap="flat" cmpd="sng">
                <a:solidFill>
                  <a:srgbClr val="BFD3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70;p20">
                <a:extLst>
                  <a:ext uri="{FF2B5EF4-FFF2-40B4-BE49-F238E27FC236}">
                    <a16:creationId xmlns:a16="http://schemas.microsoft.com/office/drawing/2014/main" id="{D7C08BB0-7BD9-B8B5-540B-3C537179F004}"/>
                  </a:ext>
                </a:extLst>
              </p:cNvPr>
              <p:cNvSpPr/>
              <p:nvPr/>
            </p:nvSpPr>
            <p:spPr>
              <a:xfrm>
                <a:off x="540006" y="2544849"/>
                <a:ext cx="2259689" cy="354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E3C4E"/>
                  </a:buClr>
                  <a:buSzPts val="2200"/>
                  <a:buFont typeface="Host Grotesk"/>
                  <a:buNone/>
                </a:pPr>
                <a:r>
                  <a:rPr lang="en-US" b="1" i="0" u="none" strike="noStrike" cap="none" err="1">
                    <a:solidFill>
                      <a:srgbClr val="2E3C4E"/>
                    </a:solidFill>
                    <a:latin typeface="+mj-lt"/>
                    <a:ea typeface="Host Grotesk"/>
                    <a:cs typeface="Host Grotesk"/>
                    <a:sym typeface="Host Grotesk"/>
                  </a:rPr>
                  <a:t>Gestione</a:t>
                </a:r>
                <a:r>
                  <a:rPr lang="en-US" b="1" i="0" u="none" strike="noStrike" cap="none">
                    <a:solidFill>
                      <a:srgbClr val="2E3C4E"/>
                    </a:solidFill>
                    <a:latin typeface="+mj-lt"/>
                    <a:ea typeface="Host Grotesk"/>
                    <a:cs typeface="Host Grotesk"/>
                    <a:sym typeface="Host Grotesk"/>
                  </a:rPr>
                  <a:t> </a:t>
                </a:r>
                <a:r>
                  <a:rPr lang="en-US" b="1" i="0" u="none" strike="noStrike" cap="none" err="1">
                    <a:solidFill>
                      <a:srgbClr val="2E3C4E"/>
                    </a:solidFill>
                    <a:latin typeface="+mj-lt"/>
                    <a:ea typeface="Host Grotesk"/>
                    <a:cs typeface="Host Grotesk"/>
                    <a:sym typeface="Host Grotesk"/>
                  </a:rPr>
                  <a:t>utente</a:t>
                </a:r>
                <a:endParaRPr b="1" i="0" u="none" strike="noStrike" cap="none">
                  <a:latin typeface="+mj-lt"/>
                </a:endParaRPr>
              </a:p>
            </p:txBody>
          </p:sp>
          <p:sp>
            <p:nvSpPr>
              <p:cNvPr id="17" name="Google Shape;171;p20">
                <a:extLst>
                  <a:ext uri="{FF2B5EF4-FFF2-40B4-BE49-F238E27FC236}">
                    <a16:creationId xmlns:a16="http://schemas.microsoft.com/office/drawing/2014/main" id="{EA312099-5F55-2B6B-323F-EE6857A7D280}"/>
                  </a:ext>
                </a:extLst>
              </p:cNvPr>
              <p:cNvSpPr/>
              <p:nvPr/>
            </p:nvSpPr>
            <p:spPr>
              <a:xfrm>
                <a:off x="540007" y="3125992"/>
                <a:ext cx="2914393" cy="976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342900" lvl="0" indent="-342900">
                  <a:lnSpc>
                    <a:spcPct val="151428"/>
                  </a:lnSpc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r>
                  <a:rPr lang="it-IT" sz="1400">
                    <a:solidFill>
                      <a:srgbClr val="384653"/>
                    </a:solidFill>
                    <a:ea typeface="Roboto"/>
                    <a:cs typeface="Roboto"/>
                  </a:rPr>
                  <a:t>PATCH /api/user/</a:t>
                </a:r>
                <a:r>
                  <a:rPr lang="it-IT" sz="1400" err="1">
                    <a:solidFill>
                      <a:srgbClr val="384653"/>
                    </a:solidFill>
                    <a:ea typeface="Roboto"/>
                    <a:cs typeface="Roboto"/>
                  </a:rPr>
                  <a:t>profile</a:t>
                </a:r>
                <a:endParaRPr lang="it-IT" sz="1400">
                  <a:solidFill>
                    <a:srgbClr val="384653"/>
                  </a:solidFill>
                  <a:ea typeface="Roboto"/>
                  <a:cs typeface="Roboto"/>
                </a:endParaRPr>
              </a:p>
              <a:p>
                <a:pPr marL="342900" lvl="0" indent="-342900">
                  <a:lnSpc>
                    <a:spcPct val="151428"/>
                  </a:lnSpc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r>
                  <a:rPr lang="it-IT" sz="1400">
                    <a:solidFill>
                      <a:srgbClr val="384653"/>
                    </a:solidFill>
                    <a:ea typeface="Roboto"/>
                    <a:cs typeface="Roboto"/>
                  </a:rPr>
                  <a:t>DELETE /api/user/</a:t>
                </a:r>
                <a:r>
                  <a:rPr lang="it-IT" sz="1400" err="1">
                    <a:solidFill>
                      <a:srgbClr val="384653"/>
                    </a:solidFill>
                    <a:ea typeface="Roboto"/>
                    <a:cs typeface="Roboto"/>
                  </a:rPr>
                  <a:t>profile</a:t>
                </a:r>
                <a:endParaRPr lang="it-IT" sz="1400">
                  <a:solidFill>
                    <a:srgbClr val="384653"/>
                  </a:solidFill>
                  <a:ea typeface="Roboto"/>
                  <a:cs typeface="Roboto"/>
                </a:endParaRPr>
              </a:p>
              <a:p>
                <a:pPr marL="342900" lvl="0" indent="-342900">
                  <a:lnSpc>
                    <a:spcPct val="151428"/>
                  </a:lnSpc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r>
                  <a:rPr lang="it-IT" sz="1400">
                    <a:solidFill>
                      <a:srgbClr val="384653"/>
                    </a:solidFill>
                    <a:ea typeface="Roboto"/>
                    <a:cs typeface="Roboto"/>
                  </a:rPr>
                  <a:t>POST /api/</a:t>
                </a:r>
                <a:r>
                  <a:rPr lang="it-IT" sz="1400" err="1">
                    <a:solidFill>
                      <a:srgbClr val="384653"/>
                    </a:solidFill>
                    <a:ea typeface="Roboto"/>
                    <a:cs typeface="Roboto"/>
                  </a:rPr>
                  <a:t>auth</a:t>
                </a:r>
                <a:r>
                  <a:rPr lang="it-IT" sz="1400">
                    <a:solidFill>
                      <a:srgbClr val="384653"/>
                    </a:solidFill>
                    <a:ea typeface="Roboto"/>
                    <a:cs typeface="Roboto"/>
                  </a:rPr>
                  <a:t>/</a:t>
                </a:r>
                <a:r>
                  <a:rPr lang="it-IT" sz="1400" err="1">
                    <a:solidFill>
                      <a:srgbClr val="384653"/>
                    </a:solidFill>
                    <a:ea typeface="Roboto"/>
                    <a:cs typeface="Roboto"/>
                  </a:rPr>
                  <a:t>change</a:t>
                </a:r>
                <a:r>
                  <a:rPr lang="it-IT" sz="1400">
                    <a:solidFill>
                      <a:srgbClr val="384653"/>
                    </a:solidFill>
                    <a:ea typeface="Roboto"/>
                    <a:cs typeface="Roboto"/>
                  </a:rPr>
                  <a:t>-password</a:t>
                </a:r>
              </a:p>
              <a:p>
                <a:pPr marL="342900" indent="-342900">
                  <a:lnSpc>
                    <a:spcPct val="151428"/>
                  </a:lnSpc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endParaRPr lang="it-IT" sz="1400">
                  <a:solidFill>
                    <a:srgbClr val="384653"/>
                  </a:solidFill>
                  <a:ea typeface="Roboto"/>
                  <a:cs typeface="Roboto"/>
                </a:endParaRPr>
              </a:p>
              <a:p>
                <a:pPr marL="342900" lvl="0" indent="-342900">
                  <a:lnSpc>
                    <a:spcPct val="151428"/>
                  </a:lnSpc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endParaRPr lang="it-IT" sz="1400">
                  <a:solidFill>
                    <a:srgbClr val="384653"/>
                  </a:solidFill>
                  <a:ea typeface="Roboto"/>
                  <a:cs typeface="Roboto"/>
                </a:endParaRPr>
              </a:p>
            </p:txBody>
          </p:sp>
        </p:grpSp>
        <p:grpSp>
          <p:nvGrpSpPr>
            <p:cNvPr id="3" name="Gruppo 2">
              <a:extLst>
                <a:ext uri="{FF2B5EF4-FFF2-40B4-BE49-F238E27FC236}">
                  <a16:creationId xmlns:a16="http://schemas.microsoft.com/office/drawing/2014/main" id="{D7F80270-BF9A-BE9A-C330-B946E5A1D347}"/>
                </a:ext>
              </a:extLst>
            </p:cNvPr>
            <p:cNvGrpSpPr/>
            <p:nvPr/>
          </p:nvGrpSpPr>
          <p:grpSpPr>
            <a:xfrm>
              <a:off x="285464" y="4476784"/>
              <a:ext cx="3372136" cy="1738729"/>
              <a:chOff x="285464" y="4762824"/>
              <a:chExt cx="3372136" cy="1738729"/>
            </a:xfrm>
          </p:grpSpPr>
          <p:sp>
            <p:nvSpPr>
              <p:cNvPr id="9" name="Google Shape;67;p14">
                <a:extLst>
                  <a:ext uri="{FF2B5EF4-FFF2-40B4-BE49-F238E27FC236}">
                    <a16:creationId xmlns:a16="http://schemas.microsoft.com/office/drawing/2014/main" id="{4B424DEB-F0C6-C2AE-F5AC-18F845BF7A48}"/>
                  </a:ext>
                </a:extLst>
              </p:cNvPr>
              <p:cNvSpPr/>
              <p:nvPr/>
            </p:nvSpPr>
            <p:spPr>
              <a:xfrm>
                <a:off x="285464" y="4762824"/>
                <a:ext cx="3372136" cy="1738729"/>
              </a:xfrm>
              <a:prstGeom prst="roundRect">
                <a:avLst>
                  <a:gd name="adj" fmla="val 4812"/>
                </a:avLst>
              </a:prstGeom>
              <a:solidFill>
                <a:srgbClr val="D9EDF2"/>
              </a:solidFill>
              <a:ln w="9525" cap="flat" cmpd="sng">
                <a:solidFill>
                  <a:srgbClr val="BFD3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70;p20">
                <a:extLst>
                  <a:ext uri="{FF2B5EF4-FFF2-40B4-BE49-F238E27FC236}">
                    <a16:creationId xmlns:a16="http://schemas.microsoft.com/office/drawing/2014/main" id="{0D3E0B28-5CA6-FFC7-B063-0EDABF1ACFD2}"/>
                  </a:ext>
                </a:extLst>
              </p:cNvPr>
              <p:cNvSpPr/>
              <p:nvPr/>
            </p:nvSpPr>
            <p:spPr>
              <a:xfrm>
                <a:off x="540006" y="4919696"/>
                <a:ext cx="2259689" cy="354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E3C4E"/>
                  </a:buClr>
                  <a:buSzPts val="2200"/>
                  <a:buFont typeface="Host Grotesk"/>
                  <a:buNone/>
                </a:pPr>
                <a:r>
                  <a:rPr lang="en-US" b="1" i="0" u="none" strike="noStrike" cap="none" err="1">
                    <a:solidFill>
                      <a:srgbClr val="2E3C4E"/>
                    </a:solidFill>
                    <a:latin typeface="+mj-lt"/>
                    <a:ea typeface="Host Grotesk"/>
                    <a:cs typeface="Host Grotesk"/>
                    <a:sym typeface="Host Grotesk"/>
                  </a:rPr>
                  <a:t>Gestione</a:t>
                </a:r>
                <a:r>
                  <a:rPr lang="en-US" b="1" i="0" u="none" strike="noStrike" cap="none">
                    <a:solidFill>
                      <a:srgbClr val="2E3C4E"/>
                    </a:solidFill>
                    <a:latin typeface="+mj-lt"/>
                    <a:ea typeface="Host Grotesk"/>
                    <a:cs typeface="Host Grotesk"/>
                    <a:sym typeface="Host Grotesk"/>
                  </a:rPr>
                  <a:t> </a:t>
                </a:r>
                <a:r>
                  <a:rPr lang="en-US" b="1" err="1">
                    <a:solidFill>
                      <a:srgbClr val="2E3C4E"/>
                    </a:solidFill>
                    <a:latin typeface="+mj-lt"/>
                    <a:ea typeface="Host Grotesk"/>
                    <a:cs typeface="Host Grotesk"/>
                    <a:sym typeface="Host Grotesk"/>
                  </a:rPr>
                  <a:t>v</a:t>
                </a:r>
                <a:r>
                  <a:rPr lang="en-US" b="1" i="0" u="none" strike="noStrike" cap="none" err="1">
                    <a:solidFill>
                      <a:srgbClr val="2E3C4E"/>
                    </a:solidFill>
                    <a:latin typeface="+mj-lt"/>
                    <a:ea typeface="Host Grotesk"/>
                    <a:cs typeface="Host Grotesk"/>
                    <a:sym typeface="Host Grotesk"/>
                  </a:rPr>
                  <a:t>iaggi</a:t>
                </a:r>
                <a:endParaRPr b="1" i="0" u="none" strike="noStrike" cap="none">
                  <a:latin typeface="+mj-lt"/>
                </a:endParaRPr>
              </a:p>
            </p:txBody>
          </p:sp>
          <p:sp>
            <p:nvSpPr>
              <p:cNvPr id="11" name="Google Shape;171;p20">
                <a:extLst>
                  <a:ext uri="{FF2B5EF4-FFF2-40B4-BE49-F238E27FC236}">
                    <a16:creationId xmlns:a16="http://schemas.microsoft.com/office/drawing/2014/main" id="{6E3D08AA-230C-743E-E8DB-F486297D4AB9}"/>
                  </a:ext>
                </a:extLst>
              </p:cNvPr>
              <p:cNvSpPr/>
              <p:nvPr/>
            </p:nvSpPr>
            <p:spPr>
              <a:xfrm>
                <a:off x="540007" y="5500839"/>
                <a:ext cx="2914393" cy="728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342900" lvl="0" indent="-342900">
                  <a:lnSpc>
                    <a:spcPct val="151428"/>
                  </a:lnSpc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r>
                  <a:rPr lang="it-IT" sz="1400">
                    <a:solidFill>
                      <a:srgbClr val="384653"/>
                    </a:solidFill>
                    <a:ea typeface="Roboto"/>
                    <a:cs typeface="Roboto"/>
                  </a:rPr>
                  <a:t>GET /api/trips/{id}/export</a:t>
                </a:r>
              </a:p>
              <a:p>
                <a:pPr marL="342900" lvl="0" indent="-342900">
                  <a:lnSpc>
                    <a:spcPct val="151428"/>
                  </a:lnSpc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r>
                  <a:rPr lang="en-US" sz="1400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POST /</a:t>
                </a:r>
                <a:r>
                  <a:rPr lang="en-US" sz="1400" err="1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api</a:t>
                </a:r>
                <a:r>
                  <a:rPr lang="en-US" sz="1400">
                    <a:solidFill>
                      <a:srgbClr val="384653"/>
                    </a:solidFill>
                    <a:ea typeface="Roboto"/>
                    <a:cs typeface="Roboto"/>
                    <a:sym typeface="Roboto"/>
                  </a:rPr>
                  <a:t>/trips</a:t>
                </a:r>
                <a:r>
                  <a:rPr lang="it-IT" sz="1400">
                    <a:solidFill>
                      <a:srgbClr val="384653"/>
                    </a:solidFill>
                    <a:ea typeface="Roboto"/>
                    <a:cs typeface="Roboto"/>
                  </a:rPr>
                  <a:t>/{id}/clone </a:t>
                </a:r>
              </a:p>
              <a:p>
                <a:pPr marL="342900" indent="-342900">
                  <a:lnSpc>
                    <a:spcPct val="151428"/>
                  </a:lnSpc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endParaRPr lang="it-IT" sz="1050">
                  <a:solidFill>
                    <a:srgbClr val="384653"/>
                  </a:solidFill>
                  <a:ea typeface="Roboto"/>
                  <a:cs typeface="Roboto"/>
                </a:endParaRPr>
              </a:p>
              <a:p>
                <a:pPr marL="342900" indent="-342900">
                  <a:lnSpc>
                    <a:spcPct val="151428"/>
                  </a:lnSpc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endParaRPr lang="it-IT" sz="1400">
                  <a:solidFill>
                    <a:srgbClr val="384653"/>
                  </a:solidFill>
                  <a:ea typeface="Roboto"/>
                  <a:cs typeface="Roboto"/>
                </a:endParaRPr>
              </a:p>
              <a:p>
                <a:pPr marL="342900" lvl="0" indent="-342900">
                  <a:lnSpc>
                    <a:spcPct val="151428"/>
                  </a:lnSpc>
                  <a:buClr>
                    <a:srgbClr val="384653"/>
                  </a:buClr>
                  <a:buSzPts val="1750"/>
                  <a:buFont typeface="Wingdings" panose="05000000000000000000" pitchFamily="2" charset="2"/>
                  <a:buChar char="Ø"/>
                </a:pPr>
                <a:endParaRPr lang="it-IT" sz="1400">
                  <a:solidFill>
                    <a:srgbClr val="384653"/>
                  </a:solidFill>
                  <a:ea typeface="Roboto"/>
                  <a:cs typeface="Roboto"/>
                </a:endParaRPr>
              </a:p>
            </p:txBody>
          </p:sp>
        </p:grpSp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C621B3C4-65DA-3668-F447-0F093572E415}"/>
              </a:ext>
            </a:extLst>
          </p:cNvPr>
          <p:cNvGrpSpPr/>
          <p:nvPr/>
        </p:nvGrpSpPr>
        <p:grpSpPr>
          <a:xfrm>
            <a:off x="5093325" y="2736342"/>
            <a:ext cx="6318536" cy="3106201"/>
            <a:chOff x="5093325" y="2622278"/>
            <a:chExt cx="6318536" cy="3106201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D9C35EE0-9A8A-202A-37D2-39A37ED58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2" t="1212" r="9537" b="88918"/>
            <a:stretch>
              <a:fillRect/>
            </a:stretch>
          </p:blipFill>
          <p:spPr>
            <a:xfrm>
              <a:off x="5093325" y="3458793"/>
              <a:ext cx="6318536" cy="607839"/>
            </a:xfrm>
            <a:prstGeom prst="rect">
              <a:avLst/>
            </a:prstGeom>
          </p:spPr>
        </p:pic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1444A51E-9E2D-8DDA-7B98-3FFA7CE5D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5" t="2001" r="19199" b="80477"/>
            <a:stretch>
              <a:fillRect/>
            </a:stretch>
          </p:blipFill>
          <p:spPr>
            <a:xfrm>
              <a:off x="5093325" y="5120639"/>
              <a:ext cx="3767652" cy="607840"/>
            </a:xfrm>
            <a:prstGeom prst="rect">
              <a:avLst/>
            </a:prstGeom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49D248EC-5A74-E4E4-0F07-BE1625855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2" t="998" r="19128" b="86869"/>
            <a:stretch>
              <a:fillRect/>
            </a:stretch>
          </p:blipFill>
          <p:spPr>
            <a:xfrm>
              <a:off x="5093325" y="4295307"/>
              <a:ext cx="3767652" cy="596654"/>
            </a:xfrm>
            <a:prstGeom prst="rect">
              <a:avLst/>
            </a:prstGeom>
          </p:spPr>
        </p:pic>
        <p:pic>
          <p:nvPicPr>
            <p:cNvPr id="22" name="Immagine 21">
              <a:extLst>
                <a:ext uri="{FF2B5EF4-FFF2-40B4-BE49-F238E27FC236}">
                  <a16:creationId xmlns:a16="http://schemas.microsoft.com/office/drawing/2014/main" id="{13013F5A-A5F4-0EDD-7732-06D020A44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4" t="984" r="9190" b="90324"/>
            <a:stretch>
              <a:fillRect/>
            </a:stretch>
          </p:blipFill>
          <p:spPr>
            <a:xfrm>
              <a:off x="5093325" y="2622278"/>
              <a:ext cx="6318536" cy="6078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79662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ECD7A-D088-0285-8071-238EEF9BA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37890B-4B7C-D5A6-853C-A7B3643AE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95EF53-C9CB-A7AE-565D-425C11848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0CB6D1-6A95-F622-1B77-15E897D7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53209-B9CE-41A0-BCC6-9B11A6C60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BBAE4B-E76E-D15A-24C9-30B0F39F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C845168-FF5B-FCAE-7842-5A11C53EE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Risultato 3° iterazione: </a:t>
            </a:r>
            <a:r>
              <a:rPr lang="it-IT" sz="2800">
                <a:solidFill>
                  <a:srgbClr val="FFFFFF"/>
                </a:solidFill>
              </a:rPr>
              <a:t>gestione profilo utente</a:t>
            </a:r>
            <a:endParaRPr lang="it-IT" sz="4000">
              <a:solidFill>
                <a:srgbClr val="FFFFFF"/>
              </a:solidFill>
            </a:endParaRPr>
          </a:p>
        </p:txBody>
      </p: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14138C1E-9419-7EBD-1E58-0E47D66AB1F1}"/>
              </a:ext>
            </a:extLst>
          </p:cNvPr>
          <p:cNvGrpSpPr/>
          <p:nvPr/>
        </p:nvGrpSpPr>
        <p:grpSpPr>
          <a:xfrm>
            <a:off x="195666" y="2449392"/>
            <a:ext cx="11800668" cy="3064771"/>
            <a:chOff x="195666" y="2449392"/>
            <a:chExt cx="11800668" cy="3064771"/>
          </a:xfrm>
        </p:grpSpPr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877C09DC-1084-C717-420F-99F1DA76D3F7}"/>
                </a:ext>
              </a:extLst>
            </p:cNvPr>
            <p:cNvSpPr txBox="1"/>
            <p:nvPr/>
          </p:nvSpPr>
          <p:spPr>
            <a:xfrm>
              <a:off x="195666" y="4564076"/>
              <a:ext cx="37096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>
                  <a:solidFill>
                    <a:schemeClr val="accent2">
                      <a:lumMod val="75000"/>
                    </a:schemeClr>
                  </a:solidFill>
                </a:rPr>
                <a:t>Visualizza i dati del tuo profilo</a:t>
              </a:r>
            </a:p>
          </p:txBody>
        </p: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60C33D81-8535-46D7-06FC-FF77B4625331}"/>
                </a:ext>
              </a:extLst>
            </p:cNvPr>
            <p:cNvSpPr txBox="1"/>
            <p:nvPr/>
          </p:nvSpPr>
          <p:spPr>
            <a:xfrm>
              <a:off x="4175437" y="4610242"/>
              <a:ext cx="37753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>
                  <a:solidFill>
                    <a:schemeClr val="accent2">
                      <a:lumMod val="75000"/>
                    </a:schemeClr>
                  </a:solidFill>
                </a:rPr>
                <a:t>Modifica i dati obsoleti o cambia la password per maggior sicurezza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6BA8020-C015-8BF6-74C7-F3AFE1D8ECC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95666" y="2449392"/>
              <a:ext cx="3709607" cy="1842438"/>
              <a:chOff x="0" y="0"/>
              <a:chExt cx="19050000" cy="9461500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E9984488-BDA9-580A-2111-CAE16E0ECC8C}"/>
                  </a:ext>
                </a:extLst>
              </p:cNvPr>
              <p:cNvSpPr/>
              <p:nvPr/>
            </p:nvSpPr>
            <p:spPr>
              <a:xfrm>
                <a:off x="338074" y="404876"/>
                <a:ext cx="18373979" cy="8616823"/>
              </a:xfrm>
              <a:custGeom>
                <a:avLst/>
                <a:gdLst/>
                <a:ahLst/>
                <a:cxnLst/>
                <a:rect l="l" t="t" r="r" b="b"/>
                <a:pathLst>
                  <a:path w="18373979" h="8616823">
                    <a:moveTo>
                      <a:pt x="17339945" y="8616823"/>
                    </a:moveTo>
                    <a:lnTo>
                      <a:pt x="1033907" y="8616823"/>
                    </a:lnTo>
                    <a:cubicBezTo>
                      <a:pt x="462915" y="8616823"/>
                      <a:pt x="0" y="8153908"/>
                      <a:pt x="0" y="7582916"/>
                    </a:cubicBezTo>
                    <a:lnTo>
                      <a:pt x="0" y="1033907"/>
                    </a:lnTo>
                    <a:cubicBezTo>
                      <a:pt x="0" y="462915"/>
                      <a:pt x="462915" y="0"/>
                      <a:pt x="1033907" y="0"/>
                    </a:cubicBezTo>
                    <a:lnTo>
                      <a:pt x="17340072" y="0"/>
                    </a:lnTo>
                    <a:cubicBezTo>
                      <a:pt x="17911063" y="0"/>
                      <a:pt x="18373979" y="462915"/>
                      <a:pt x="18373979" y="1033907"/>
                    </a:cubicBezTo>
                    <a:lnTo>
                      <a:pt x="18373979" y="7582916"/>
                    </a:lnTo>
                    <a:cubicBezTo>
                      <a:pt x="18373852" y="8153908"/>
                      <a:pt x="17910938" y="8616823"/>
                      <a:pt x="17339945" y="8616823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t="-982" b="-982"/>
                </a:stretch>
              </a:blipFill>
            </p:spPr>
            <p:txBody>
              <a:bodyPr/>
              <a:lstStyle/>
              <a:p>
                <a:pPr defTabSz="609630"/>
                <a:endParaRPr lang="it-IT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50E85057-F208-85BB-7C67-C4535BA4CC91}"/>
                  </a:ext>
                </a:extLst>
              </p:cNvPr>
              <p:cNvSpPr/>
              <p:nvPr/>
            </p:nvSpPr>
            <p:spPr>
              <a:xfrm>
                <a:off x="0" y="0"/>
                <a:ext cx="19050000" cy="9461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0" h="94615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9461500"/>
                    </a:lnTo>
                    <a:lnTo>
                      <a:pt x="0" y="9461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1" r="-41"/>
                </a:stretch>
              </a:blipFill>
            </p:spPr>
            <p:txBody>
              <a:bodyPr/>
              <a:lstStyle/>
              <a:p>
                <a:pPr defTabSz="609630"/>
                <a:endParaRPr lang="it-IT"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660314AD-5570-4BBD-0832-4D3180175A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75436" y="2449392"/>
              <a:ext cx="3775367" cy="1875099"/>
              <a:chOff x="165913" y="0"/>
              <a:chExt cx="19050000" cy="9461500"/>
            </a:xfrm>
          </p:grpSpPr>
          <p:sp>
            <p:nvSpPr>
              <p:cNvPr id="15" name="Freeform 3">
                <a:extLst>
                  <a:ext uri="{FF2B5EF4-FFF2-40B4-BE49-F238E27FC236}">
                    <a16:creationId xmlns:a16="http://schemas.microsoft.com/office/drawing/2014/main" id="{24A18218-E66A-793B-31CB-BC86A6A32935}"/>
                  </a:ext>
                </a:extLst>
              </p:cNvPr>
              <p:cNvSpPr/>
              <p:nvPr/>
            </p:nvSpPr>
            <p:spPr>
              <a:xfrm>
                <a:off x="338074" y="404876"/>
                <a:ext cx="18373979" cy="8616823"/>
              </a:xfrm>
              <a:custGeom>
                <a:avLst/>
                <a:gdLst/>
                <a:ahLst/>
                <a:cxnLst/>
                <a:rect l="l" t="t" r="r" b="b"/>
                <a:pathLst>
                  <a:path w="18373979" h="8616823">
                    <a:moveTo>
                      <a:pt x="17339945" y="8616823"/>
                    </a:moveTo>
                    <a:lnTo>
                      <a:pt x="1033907" y="8616823"/>
                    </a:lnTo>
                    <a:cubicBezTo>
                      <a:pt x="462915" y="8616823"/>
                      <a:pt x="0" y="8153908"/>
                      <a:pt x="0" y="7582916"/>
                    </a:cubicBezTo>
                    <a:lnTo>
                      <a:pt x="0" y="1033907"/>
                    </a:lnTo>
                    <a:cubicBezTo>
                      <a:pt x="0" y="462915"/>
                      <a:pt x="462915" y="0"/>
                      <a:pt x="1033907" y="0"/>
                    </a:cubicBezTo>
                    <a:lnTo>
                      <a:pt x="17340072" y="0"/>
                    </a:lnTo>
                    <a:cubicBezTo>
                      <a:pt x="17911063" y="0"/>
                      <a:pt x="18373979" y="462915"/>
                      <a:pt x="18373979" y="1033907"/>
                    </a:cubicBezTo>
                    <a:lnTo>
                      <a:pt x="18373979" y="7582916"/>
                    </a:lnTo>
                    <a:cubicBezTo>
                      <a:pt x="18373852" y="8153908"/>
                      <a:pt x="17910938" y="8616823"/>
                      <a:pt x="17339945" y="8616823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23451" t="-45880" r="-24764" b="-4672"/>
                </a:stretch>
              </a:blipFill>
            </p:spPr>
            <p:txBody>
              <a:bodyPr/>
              <a:lstStyle/>
              <a:p>
                <a:pPr defTabSz="609630"/>
                <a:endParaRPr lang="it-IT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7" name="Freeform 4">
                <a:extLst>
                  <a:ext uri="{FF2B5EF4-FFF2-40B4-BE49-F238E27FC236}">
                    <a16:creationId xmlns:a16="http://schemas.microsoft.com/office/drawing/2014/main" id="{BA338842-66A7-8E30-9C69-C77778C15720}"/>
                  </a:ext>
                </a:extLst>
              </p:cNvPr>
              <p:cNvSpPr/>
              <p:nvPr/>
            </p:nvSpPr>
            <p:spPr>
              <a:xfrm>
                <a:off x="165913" y="0"/>
                <a:ext cx="19050000" cy="9461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0" h="94615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9461500"/>
                    </a:lnTo>
                    <a:lnTo>
                      <a:pt x="0" y="9461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1" r="-41"/>
                </a:stretch>
              </a:blipFill>
            </p:spPr>
            <p:txBody>
              <a:bodyPr/>
              <a:lstStyle/>
              <a:p>
                <a:pPr defTabSz="609630"/>
                <a:endParaRPr lang="it-IT"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22" name="Group 2">
              <a:extLst>
                <a:ext uri="{FF2B5EF4-FFF2-40B4-BE49-F238E27FC236}">
                  <a16:creationId xmlns:a16="http://schemas.microsoft.com/office/drawing/2014/main" id="{BA3ABCF7-6681-63C2-F416-19BD7E7E6B6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20967" y="2449392"/>
              <a:ext cx="3775367" cy="1875099"/>
              <a:chOff x="0" y="0"/>
              <a:chExt cx="19050000" cy="9461500"/>
            </a:xfrm>
          </p:grpSpPr>
          <p:sp>
            <p:nvSpPr>
              <p:cNvPr id="26" name="Freeform 3">
                <a:extLst>
                  <a:ext uri="{FF2B5EF4-FFF2-40B4-BE49-F238E27FC236}">
                    <a16:creationId xmlns:a16="http://schemas.microsoft.com/office/drawing/2014/main" id="{7489E406-013B-D735-377F-8092B9BA542E}"/>
                  </a:ext>
                </a:extLst>
              </p:cNvPr>
              <p:cNvSpPr/>
              <p:nvPr/>
            </p:nvSpPr>
            <p:spPr>
              <a:xfrm>
                <a:off x="338074" y="404876"/>
                <a:ext cx="18373979" cy="8616823"/>
              </a:xfrm>
              <a:custGeom>
                <a:avLst/>
                <a:gdLst/>
                <a:ahLst/>
                <a:cxnLst/>
                <a:rect l="l" t="t" r="r" b="b"/>
                <a:pathLst>
                  <a:path w="18373979" h="8616823">
                    <a:moveTo>
                      <a:pt x="17339945" y="8616823"/>
                    </a:moveTo>
                    <a:lnTo>
                      <a:pt x="1033907" y="8616823"/>
                    </a:lnTo>
                    <a:cubicBezTo>
                      <a:pt x="462915" y="8616823"/>
                      <a:pt x="0" y="8153908"/>
                      <a:pt x="0" y="7582916"/>
                    </a:cubicBezTo>
                    <a:lnTo>
                      <a:pt x="0" y="1033907"/>
                    </a:lnTo>
                    <a:cubicBezTo>
                      <a:pt x="0" y="462915"/>
                      <a:pt x="462915" y="0"/>
                      <a:pt x="1033907" y="0"/>
                    </a:cubicBezTo>
                    <a:lnTo>
                      <a:pt x="17340072" y="0"/>
                    </a:lnTo>
                    <a:cubicBezTo>
                      <a:pt x="17911063" y="0"/>
                      <a:pt x="18373979" y="462915"/>
                      <a:pt x="18373979" y="1033907"/>
                    </a:cubicBezTo>
                    <a:lnTo>
                      <a:pt x="18373979" y="7582916"/>
                    </a:lnTo>
                    <a:cubicBezTo>
                      <a:pt x="18373852" y="8153908"/>
                      <a:pt x="17910938" y="8616823"/>
                      <a:pt x="17339945" y="8616823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t="-8930" b="-8930"/>
                </a:stretch>
              </a:blipFill>
            </p:spPr>
            <p:txBody>
              <a:bodyPr/>
              <a:lstStyle/>
              <a:p>
                <a:pPr defTabSz="609630"/>
                <a:endParaRPr lang="it-IT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7" name="Freeform 4">
                <a:extLst>
                  <a:ext uri="{FF2B5EF4-FFF2-40B4-BE49-F238E27FC236}">
                    <a16:creationId xmlns:a16="http://schemas.microsoft.com/office/drawing/2014/main" id="{1D266408-215E-B5DD-B83D-C9CC3E1AA4FD}"/>
                  </a:ext>
                </a:extLst>
              </p:cNvPr>
              <p:cNvSpPr/>
              <p:nvPr/>
            </p:nvSpPr>
            <p:spPr>
              <a:xfrm>
                <a:off x="0" y="0"/>
                <a:ext cx="19050000" cy="9461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0" h="94615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9461500"/>
                    </a:lnTo>
                    <a:lnTo>
                      <a:pt x="0" y="9461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1" r="-41"/>
                </a:stretch>
              </a:blipFill>
            </p:spPr>
            <p:txBody>
              <a:bodyPr/>
              <a:lstStyle/>
              <a:p>
                <a:pPr defTabSz="609630"/>
                <a:endParaRPr lang="it-IT"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1D2FA145-6BCE-5372-77FB-49E375822AA5}"/>
                </a:ext>
              </a:extLst>
            </p:cNvPr>
            <p:cNvSpPr txBox="1"/>
            <p:nvPr/>
          </p:nvSpPr>
          <p:spPr>
            <a:xfrm>
              <a:off x="8220965" y="4610242"/>
              <a:ext cx="37753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>
                  <a:solidFill>
                    <a:schemeClr val="accent2">
                      <a:lumMod val="75000"/>
                    </a:schemeClr>
                  </a:solidFill>
                </a:rPr>
                <a:t>Elimina definitivamente il tuo profilo </a:t>
              </a:r>
              <a:r>
                <a:rPr lang="it-IT" sz="1600" err="1">
                  <a:solidFill>
                    <a:schemeClr val="accent2">
                      <a:lumMod val="75000"/>
                    </a:schemeClr>
                  </a:solidFill>
                </a:rPr>
                <a:t>OptiTour</a:t>
              </a:r>
              <a:endParaRPr lang="it-IT" sz="160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pic>
          <p:nvPicPr>
            <p:cNvPr id="34" name="Immagine 33">
              <a:extLst>
                <a:ext uri="{FF2B5EF4-FFF2-40B4-BE49-F238E27FC236}">
                  <a16:creationId xmlns:a16="http://schemas.microsoft.com/office/drawing/2014/main" id="{9DE44CC4-1A12-5614-C7D1-84F47DCF5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6302" y="5169471"/>
              <a:ext cx="344692" cy="3446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57068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CD5A3-3076-4A1D-A746-5A1F97DED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114321A-D312-85C3-413B-53CA9C06D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AE6223-16FC-7DCB-0FBD-C31A97F4E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C3E5B2-D5B7-ED15-7ABD-B15FBBBA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B38145-E01D-BEA0-66E5-8B7E284A8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C2061F-8818-A48C-48C4-FCF75C6C3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C6EF22C-489E-3716-973F-83D487FA0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Risultato 3° iterazione: </a:t>
            </a:r>
            <a:r>
              <a:rPr lang="it-IT" sz="2800">
                <a:solidFill>
                  <a:srgbClr val="FFFFFF"/>
                </a:solidFill>
              </a:rPr>
              <a:t>GUI migliorata</a:t>
            </a:r>
            <a:endParaRPr lang="it-IT" sz="4000">
              <a:solidFill>
                <a:srgbClr val="FFFFFF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0F14C31-1EEC-B523-9E87-D7CB53B5A219}"/>
              </a:ext>
            </a:extLst>
          </p:cNvPr>
          <p:cNvSpPr txBox="1"/>
          <p:nvPr/>
        </p:nvSpPr>
        <p:spPr>
          <a:xfrm>
            <a:off x="8347932" y="2676483"/>
            <a:ext cx="34179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accent2">
                    <a:lumMod val="75000"/>
                  </a:schemeClr>
                </a:solidFill>
              </a:rPr>
              <a:t>Visualizza e gestisci i tuoi viaggi</a:t>
            </a:r>
            <a:br>
              <a:rPr lang="it-IT" sz="1600">
                <a:solidFill>
                  <a:schemeClr val="accent2">
                    <a:lumMod val="75000"/>
                  </a:schemeClr>
                </a:solidFill>
              </a:rPr>
            </a:br>
            <a:r>
              <a:rPr lang="it-IT" sz="1600">
                <a:solidFill>
                  <a:schemeClr val="accent2">
                    <a:lumMod val="75000"/>
                  </a:schemeClr>
                </a:solidFill>
              </a:rPr>
              <a:t>in maniera più intuitiva</a:t>
            </a:r>
            <a:br>
              <a:rPr lang="it-IT" sz="1600">
                <a:solidFill>
                  <a:schemeClr val="accent2">
                    <a:lumMod val="75000"/>
                  </a:schemeClr>
                </a:solidFill>
              </a:rPr>
            </a:br>
            <a:r>
              <a:rPr lang="it-IT" sz="1600">
                <a:solidFill>
                  <a:schemeClr val="accent2">
                    <a:lumMod val="75000"/>
                  </a:schemeClr>
                </a:solidFill>
              </a:rPr>
              <a:t>grazie ad un design delle cards migliorato</a:t>
            </a:r>
          </a:p>
        </p:txBody>
      </p:sp>
      <p:grpSp>
        <p:nvGrpSpPr>
          <p:cNvPr id="24" name="Group 2">
            <a:extLst>
              <a:ext uri="{FF2B5EF4-FFF2-40B4-BE49-F238E27FC236}">
                <a16:creationId xmlns:a16="http://schemas.microsoft.com/office/drawing/2014/main" id="{7DFF36FD-CB59-ABB4-70F0-1F60A2810EC1}"/>
              </a:ext>
            </a:extLst>
          </p:cNvPr>
          <p:cNvGrpSpPr>
            <a:grpSpLocks noChangeAspect="1"/>
          </p:cNvGrpSpPr>
          <p:nvPr/>
        </p:nvGrpSpPr>
        <p:grpSpPr>
          <a:xfrm>
            <a:off x="667183" y="2253819"/>
            <a:ext cx="3694538" cy="1834954"/>
            <a:chOff x="0" y="0"/>
            <a:chExt cx="19050000" cy="9461500"/>
          </a:xfrm>
        </p:grpSpPr>
        <p:sp>
          <p:nvSpPr>
            <p:cNvPr id="25" name="Freeform 3">
              <a:extLst>
                <a:ext uri="{FF2B5EF4-FFF2-40B4-BE49-F238E27FC236}">
                  <a16:creationId xmlns:a16="http://schemas.microsoft.com/office/drawing/2014/main" id="{221C4978-0423-0017-D6C0-0C2804852527}"/>
                </a:ext>
              </a:extLst>
            </p:cNvPr>
            <p:cNvSpPr/>
            <p:nvPr/>
          </p:nvSpPr>
          <p:spPr>
            <a:xfrm>
              <a:off x="338074" y="404876"/>
              <a:ext cx="18373979" cy="8616823"/>
            </a:xfrm>
            <a:custGeom>
              <a:avLst/>
              <a:gdLst/>
              <a:ahLst/>
              <a:cxnLst/>
              <a:rect l="l" t="t" r="r" b="b"/>
              <a:pathLst>
                <a:path w="18373979" h="8616823">
                  <a:moveTo>
                    <a:pt x="17339945" y="8616823"/>
                  </a:moveTo>
                  <a:lnTo>
                    <a:pt x="1033907" y="8616823"/>
                  </a:lnTo>
                  <a:cubicBezTo>
                    <a:pt x="462915" y="8616823"/>
                    <a:pt x="0" y="8153908"/>
                    <a:pt x="0" y="7582916"/>
                  </a:cubicBezTo>
                  <a:lnTo>
                    <a:pt x="0" y="1033907"/>
                  </a:lnTo>
                  <a:cubicBezTo>
                    <a:pt x="0" y="462915"/>
                    <a:pt x="462915" y="0"/>
                    <a:pt x="1033907" y="0"/>
                  </a:cubicBezTo>
                  <a:lnTo>
                    <a:pt x="17340072" y="0"/>
                  </a:lnTo>
                  <a:cubicBezTo>
                    <a:pt x="17911063" y="0"/>
                    <a:pt x="18373979" y="462915"/>
                    <a:pt x="18373979" y="1033907"/>
                  </a:cubicBezTo>
                  <a:lnTo>
                    <a:pt x="18373979" y="7582916"/>
                  </a:lnTo>
                  <a:cubicBezTo>
                    <a:pt x="18373852" y="8153908"/>
                    <a:pt x="17910938" y="8616823"/>
                    <a:pt x="17339945" y="8616823"/>
                  </a:cubicBezTo>
                  <a:close/>
                </a:path>
              </a:pathLst>
            </a:custGeom>
            <a:blipFill>
              <a:blip r:embed="rId2"/>
              <a:stretch>
                <a:fillRect t="-4490" r="-5279"/>
              </a:stretch>
            </a:blipFill>
          </p:spPr>
          <p:txBody>
            <a:bodyPr/>
            <a:lstStyle/>
            <a:p>
              <a:pPr defTabSz="609630"/>
              <a:endParaRPr lang="it-IT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Freeform 4">
              <a:extLst>
                <a:ext uri="{FF2B5EF4-FFF2-40B4-BE49-F238E27FC236}">
                  <a16:creationId xmlns:a16="http://schemas.microsoft.com/office/drawing/2014/main" id="{F84C90C9-8E09-0786-77A8-9418D4BFE191}"/>
                </a:ext>
              </a:extLst>
            </p:cNvPr>
            <p:cNvSpPr/>
            <p:nvPr/>
          </p:nvSpPr>
          <p:spPr>
            <a:xfrm>
              <a:off x="0" y="0"/>
              <a:ext cx="19050000" cy="9461500"/>
            </a:xfrm>
            <a:custGeom>
              <a:avLst/>
              <a:gdLst/>
              <a:ahLst/>
              <a:cxnLst/>
              <a:rect l="l" t="t" r="r" b="b"/>
              <a:pathLst>
                <a:path w="19050000" h="9461500">
                  <a:moveTo>
                    <a:pt x="0" y="0"/>
                  </a:moveTo>
                  <a:lnTo>
                    <a:pt x="19050000" y="0"/>
                  </a:lnTo>
                  <a:lnTo>
                    <a:pt x="19050000" y="9461500"/>
                  </a:lnTo>
                  <a:lnTo>
                    <a:pt x="0" y="946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1" r="-41"/>
              </a:stretch>
            </a:blipFill>
          </p:spPr>
          <p:txBody>
            <a:bodyPr/>
            <a:lstStyle/>
            <a:p>
              <a:pPr defTabSz="609630"/>
              <a:endParaRPr lang="it-IT"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0" name="Group 2">
            <a:extLst>
              <a:ext uri="{FF2B5EF4-FFF2-40B4-BE49-F238E27FC236}">
                <a16:creationId xmlns:a16="http://schemas.microsoft.com/office/drawing/2014/main" id="{68D1A3EC-0F15-4F55-D094-00533C87DBC7}"/>
              </a:ext>
            </a:extLst>
          </p:cNvPr>
          <p:cNvGrpSpPr>
            <a:grpSpLocks noChangeAspect="1"/>
          </p:cNvGrpSpPr>
          <p:nvPr/>
        </p:nvGrpSpPr>
        <p:grpSpPr>
          <a:xfrm>
            <a:off x="4587828" y="2253819"/>
            <a:ext cx="3694538" cy="1834954"/>
            <a:chOff x="0" y="0"/>
            <a:chExt cx="19050000" cy="9461500"/>
          </a:xfrm>
        </p:grpSpPr>
        <p:sp>
          <p:nvSpPr>
            <p:cNvPr id="33" name="Freeform 3">
              <a:extLst>
                <a:ext uri="{FF2B5EF4-FFF2-40B4-BE49-F238E27FC236}">
                  <a16:creationId xmlns:a16="http://schemas.microsoft.com/office/drawing/2014/main" id="{121EC048-64CA-D490-64C0-E59004B0DB4A}"/>
                </a:ext>
              </a:extLst>
            </p:cNvPr>
            <p:cNvSpPr/>
            <p:nvPr/>
          </p:nvSpPr>
          <p:spPr>
            <a:xfrm>
              <a:off x="338074" y="404876"/>
              <a:ext cx="18373979" cy="8616823"/>
            </a:xfrm>
            <a:custGeom>
              <a:avLst/>
              <a:gdLst/>
              <a:ahLst/>
              <a:cxnLst/>
              <a:rect l="l" t="t" r="r" b="b"/>
              <a:pathLst>
                <a:path w="18373979" h="8616823">
                  <a:moveTo>
                    <a:pt x="17339945" y="8616823"/>
                  </a:moveTo>
                  <a:lnTo>
                    <a:pt x="1033907" y="8616823"/>
                  </a:lnTo>
                  <a:cubicBezTo>
                    <a:pt x="462915" y="8616823"/>
                    <a:pt x="0" y="8153908"/>
                    <a:pt x="0" y="7582916"/>
                  </a:cubicBezTo>
                  <a:lnTo>
                    <a:pt x="0" y="1033907"/>
                  </a:lnTo>
                  <a:cubicBezTo>
                    <a:pt x="0" y="462915"/>
                    <a:pt x="462915" y="0"/>
                    <a:pt x="1033907" y="0"/>
                  </a:cubicBezTo>
                  <a:lnTo>
                    <a:pt x="17340072" y="0"/>
                  </a:lnTo>
                  <a:cubicBezTo>
                    <a:pt x="17911063" y="0"/>
                    <a:pt x="18373979" y="462915"/>
                    <a:pt x="18373979" y="1033907"/>
                  </a:cubicBezTo>
                  <a:lnTo>
                    <a:pt x="18373979" y="7582916"/>
                  </a:lnTo>
                  <a:cubicBezTo>
                    <a:pt x="18373852" y="8153908"/>
                    <a:pt x="17910938" y="8616823"/>
                    <a:pt x="17339945" y="8616823"/>
                  </a:cubicBezTo>
                  <a:close/>
                </a:path>
              </a:pathLst>
            </a:custGeom>
            <a:blipFill>
              <a:blip r:embed="rId4"/>
              <a:stretch>
                <a:fillRect t="-13250" r="-11607" b="-549"/>
              </a:stretch>
            </a:blipFill>
          </p:spPr>
          <p:txBody>
            <a:bodyPr/>
            <a:lstStyle/>
            <a:p>
              <a:pPr defTabSz="609630"/>
              <a:endParaRPr lang="it-IT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Freeform 4">
              <a:extLst>
                <a:ext uri="{FF2B5EF4-FFF2-40B4-BE49-F238E27FC236}">
                  <a16:creationId xmlns:a16="http://schemas.microsoft.com/office/drawing/2014/main" id="{536C30D1-A7F9-F352-6705-597CB1C1D5E5}"/>
                </a:ext>
              </a:extLst>
            </p:cNvPr>
            <p:cNvSpPr/>
            <p:nvPr/>
          </p:nvSpPr>
          <p:spPr>
            <a:xfrm>
              <a:off x="0" y="0"/>
              <a:ext cx="19050000" cy="9461500"/>
            </a:xfrm>
            <a:custGeom>
              <a:avLst/>
              <a:gdLst/>
              <a:ahLst/>
              <a:cxnLst/>
              <a:rect l="l" t="t" r="r" b="b"/>
              <a:pathLst>
                <a:path w="19050000" h="9461500">
                  <a:moveTo>
                    <a:pt x="0" y="0"/>
                  </a:moveTo>
                  <a:lnTo>
                    <a:pt x="19050000" y="0"/>
                  </a:lnTo>
                  <a:lnTo>
                    <a:pt x="19050000" y="9461500"/>
                  </a:lnTo>
                  <a:lnTo>
                    <a:pt x="0" y="946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1" r="-41"/>
              </a:stretch>
            </a:blipFill>
          </p:spPr>
          <p:txBody>
            <a:bodyPr/>
            <a:lstStyle/>
            <a:p>
              <a:pPr defTabSz="609630"/>
              <a:endParaRPr lang="it-IT"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40" name="Group 2">
            <a:extLst>
              <a:ext uri="{FF2B5EF4-FFF2-40B4-BE49-F238E27FC236}">
                <a16:creationId xmlns:a16="http://schemas.microsoft.com/office/drawing/2014/main" id="{5A53B982-E9D7-7B8B-3163-FD2D77F8101A}"/>
              </a:ext>
            </a:extLst>
          </p:cNvPr>
          <p:cNvGrpSpPr>
            <a:grpSpLocks noChangeAspect="1"/>
          </p:cNvGrpSpPr>
          <p:nvPr/>
        </p:nvGrpSpPr>
        <p:grpSpPr>
          <a:xfrm>
            <a:off x="2600687" y="4629077"/>
            <a:ext cx="3749190" cy="1862098"/>
            <a:chOff x="0" y="0"/>
            <a:chExt cx="19050000" cy="9461500"/>
          </a:xfrm>
        </p:grpSpPr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CF1078F0-999B-77BD-8B3A-D1C0083C02FA}"/>
                </a:ext>
              </a:extLst>
            </p:cNvPr>
            <p:cNvSpPr/>
            <p:nvPr/>
          </p:nvSpPr>
          <p:spPr>
            <a:xfrm>
              <a:off x="338074" y="404876"/>
              <a:ext cx="18373979" cy="8616823"/>
            </a:xfrm>
            <a:custGeom>
              <a:avLst/>
              <a:gdLst/>
              <a:ahLst/>
              <a:cxnLst/>
              <a:rect l="l" t="t" r="r" b="b"/>
              <a:pathLst>
                <a:path w="18373979" h="8616823">
                  <a:moveTo>
                    <a:pt x="17339945" y="8616823"/>
                  </a:moveTo>
                  <a:lnTo>
                    <a:pt x="1033907" y="8616823"/>
                  </a:lnTo>
                  <a:cubicBezTo>
                    <a:pt x="462915" y="8616823"/>
                    <a:pt x="0" y="8153908"/>
                    <a:pt x="0" y="7582916"/>
                  </a:cubicBezTo>
                  <a:lnTo>
                    <a:pt x="0" y="1033907"/>
                  </a:lnTo>
                  <a:cubicBezTo>
                    <a:pt x="0" y="462915"/>
                    <a:pt x="462915" y="0"/>
                    <a:pt x="1033907" y="0"/>
                  </a:cubicBezTo>
                  <a:lnTo>
                    <a:pt x="17340072" y="0"/>
                  </a:lnTo>
                  <a:cubicBezTo>
                    <a:pt x="17911063" y="0"/>
                    <a:pt x="18373979" y="462915"/>
                    <a:pt x="18373979" y="1033907"/>
                  </a:cubicBezTo>
                  <a:lnTo>
                    <a:pt x="18373979" y="7582916"/>
                  </a:lnTo>
                  <a:cubicBezTo>
                    <a:pt x="18373852" y="8153908"/>
                    <a:pt x="17910938" y="8616823"/>
                    <a:pt x="17339945" y="8616823"/>
                  </a:cubicBezTo>
                  <a:close/>
                </a:path>
              </a:pathLst>
            </a:custGeom>
            <a:blipFill>
              <a:blip r:embed="rId5"/>
              <a:stretch>
                <a:fillRect t="-8671" r="-7382" b="-403"/>
              </a:stretch>
            </a:blipFill>
          </p:spPr>
          <p:txBody>
            <a:bodyPr/>
            <a:lstStyle/>
            <a:p>
              <a:pPr defTabSz="609630"/>
              <a:endParaRPr lang="it-IT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BC5995EE-8AC1-F70A-2C4A-BF8F39635F52}"/>
                </a:ext>
              </a:extLst>
            </p:cNvPr>
            <p:cNvSpPr/>
            <p:nvPr/>
          </p:nvSpPr>
          <p:spPr>
            <a:xfrm>
              <a:off x="0" y="0"/>
              <a:ext cx="19050000" cy="9461500"/>
            </a:xfrm>
            <a:custGeom>
              <a:avLst/>
              <a:gdLst/>
              <a:ahLst/>
              <a:cxnLst/>
              <a:rect l="l" t="t" r="r" b="b"/>
              <a:pathLst>
                <a:path w="19050000" h="9461500">
                  <a:moveTo>
                    <a:pt x="0" y="0"/>
                  </a:moveTo>
                  <a:lnTo>
                    <a:pt x="19050000" y="0"/>
                  </a:lnTo>
                  <a:lnTo>
                    <a:pt x="19050000" y="9461500"/>
                  </a:lnTo>
                  <a:lnTo>
                    <a:pt x="0" y="946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1" r="-41"/>
              </a:stretch>
            </a:blipFill>
          </p:spPr>
          <p:txBody>
            <a:bodyPr/>
            <a:lstStyle/>
            <a:p>
              <a:pPr defTabSz="609630"/>
              <a:endParaRPr lang="it-IT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28A1505E-7FC6-AEE3-DD49-B255E2EA8AA0}"/>
              </a:ext>
            </a:extLst>
          </p:cNvPr>
          <p:cNvSpPr txBox="1"/>
          <p:nvPr/>
        </p:nvSpPr>
        <p:spPr>
          <a:xfrm>
            <a:off x="6111365" y="5264301"/>
            <a:ext cx="38362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accent2">
                    <a:lumMod val="75000"/>
                  </a:schemeClr>
                </a:solidFill>
              </a:rPr>
              <a:t>Visualizza il percorso ottimizzato direttamente sulla mappa</a:t>
            </a:r>
          </a:p>
        </p:txBody>
      </p:sp>
    </p:spTree>
    <p:extLst>
      <p:ext uri="{BB962C8B-B14F-4D97-AF65-F5344CB8AC3E}">
        <p14:creationId xmlns:p14="http://schemas.microsoft.com/office/powerpoint/2010/main" val="8713383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212F4C-630A-D2A7-5221-F0A26C26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22F825-7BD2-055B-D9D6-30F76E22C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59BC6E-B8B1-6068-54CF-A785C57E4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E82015-29F9-D6CD-91E7-EC8E9E8D2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0B406E-AA74-682C-5123-920D41711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E580D4-A718-9A2A-A729-AA0650A9A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3CE1616-59FD-9A79-07B9-8E37B8E8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Risultato 3° iterazione: </a:t>
            </a:r>
            <a:r>
              <a:rPr lang="it-IT" sz="2800">
                <a:solidFill>
                  <a:srgbClr val="FFFFFF"/>
                </a:solidFill>
              </a:rPr>
              <a:t>esportazione PDF</a:t>
            </a:r>
            <a:endParaRPr lang="it-IT" sz="4000">
              <a:solidFill>
                <a:srgbClr val="FFFFFF"/>
              </a:solidFill>
            </a:endParaRPr>
          </a:p>
        </p:txBody>
      </p:sp>
      <p:grpSp>
        <p:nvGrpSpPr>
          <p:cNvPr id="132" name="Gruppo 131">
            <a:extLst>
              <a:ext uri="{FF2B5EF4-FFF2-40B4-BE49-F238E27FC236}">
                <a16:creationId xmlns:a16="http://schemas.microsoft.com/office/drawing/2014/main" id="{6F6DFCA9-5150-9C68-18E8-1DE0B1822FCC}"/>
              </a:ext>
            </a:extLst>
          </p:cNvPr>
          <p:cNvGrpSpPr/>
          <p:nvPr/>
        </p:nvGrpSpPr>
        <p:grpSpPr>
          <a:xfrm>
            <a:off x="3850132" y="2306838"/>
            <a:ext cx="4491737" cy="3216691"/>
            <a:chOff x="3848383" y="1891970"/>
            <a:chExt cx="4491737" cy="3216691"/>
          </a:xfrm>
        </p:grpSpPr>
        <p:pic>
          <p:nvPicPr>
            <p:cNvPr id="130" name="Immagine 129">
              <a:extLst>
                <a:ext uri="{FF2B5EF4-FFF2-40B4-BE49-F238E27FC236}">
                  <a16:creationId xmlns:a16="http://schemas.microsoft.com/office/drawing/2014/main" id="{BEBA7A9B-C0DD-0AB5-7E5E-CD227B3CD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089" t="4246" r="4761"/>
            <a:stretch>
              <a:fillRect/>
            </a:stretch>
          </p:blipFill>
          <p:spPr>
            <a:xfrm>
              <a:off x="3851881" y="1891970"/>
              <a:ext cx="4488239" cy="3216691"/>
            </a:xfrm>
            <a:prstGeom prst="rect">
              <a:avLst/>
            </a:prstGeom>
          </p:spPr>
        </p:pic>
        <p:sp>
          <p:nvSpPr>
            <p:cNvPr id="131" name="Freeform 29">
              <a:extLst>
                <a:ext uri="{FF2B5EF4-FFF2-40B4-BE49-F238E27FC236}">
                  <a16:creationId xmlns:a16="http://schemas.microsoft.com/office/drawing/2014/main" id="{C6DDD213-19E5-C850-5DD7-489B52AA7B96}"/>
                </a:ext>
              </a:extLst>
            </p:cNvPr>
            <p:cNvSpPr/>
            <p:nvPr/>
          </p:nvSpPr>
          <p:spPr>
            <a:xfrm>
              <a:off x="3848383" y="2060777"/>
              <a:ext cx="357049" cy="358353"/>
            </a:xfrm>
            <a:custGeom>
              <a:avLst/>
              <a:gdLst/>
              <a:ahLst/>
              <a:cxnLst/>
              <a:rect l="l" t="t" r="r" b="b"/>
              <a:pathLst>
                <a:path w="535574" h="537529">
                  <a:moveTo>
                    <a:pt x="0" y="0"/>
                  </a:moveTo>
                  <a:lnTo>
                    <a:pt x="535574" y="0"/>
                  </a:lnTo>
                  <a:lnTo>
                    <a:pt x="535574" y="537529"/>
                  </a:lnTo>
                  <a:lnTo>
                    <a:pt x="0" y="537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09630"/>
              <a:endParaRPr lang="it-IT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33" name="CasellaDiTesto 132">
            <a:extLst>
              <a:ext uri="{FF2B5EF4-FFF2-40B4-BE49-F238E27FC236}">
                <a16:creationId xmlns:a16="http://schemas.microsoft.com/office/drawing/2014/main" id="{E11AF86F-3D2D-940F-62E4-DB329A9180AB}"/>
              </a:ext>
            </a:extLst>
          </p:cNvPr>
          <p:cNvSpPr txBox="1"/>
          <p:nvPr/>
        </p:nvSpPr>
        <p:spPr>
          <a:xfrm>
            <a:off x="3850133" y="5679169"/>
            <a:ext cx="4488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accent2">
                    <a:lumMod val="75000"/>
                  </a:schemeClr>
                </a:solidFill>
              </a:rPr>
              <a:t>Esporta i tuoi percorsi in formato PDF</a:t>
            </a:r>
          </a:p>
        </p:txBody>
      </p:sp>
    </p:spTree>
    <p:extLst>
      <p:ext uri="{BB962C8B-B14F-4D97-AF65-F5344CB8AC3E}">
        <p14:creationId xmlns:p14="http://schemas.microsoft.com/office/powerpoint/2010/main" val="39210353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79458-7505-2217-F1B4-D1CFE9067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91A6367-FD09-B6D8-FA55-D7D000BDE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Conclusioni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4000" err="1">
                <a:solidFill>
                  <a:srgbClr val="FFFFFF"/>
                </a:solidFill>
              </a:rPr>
              <a:t>s</a:t>
            </a:r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viluppi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err="1">
                <a:solidFill>
                  <a:srgbClr val="FFFFFF"/>
                </a:solidFill>
              </a:rPr>
              <a:t>f</a:t>
            </a:r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uturi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AF6571-8D93-4328-D0AC-373F36352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8" name="CasellaDiTesto 2">
            <a:extLst>
              <a:ext uri="{FF2B5EF4-FFF2-40B4-BE49-F238E27FC236}">
                <a16:creationId xmlns:a16="http://schemas.microsoft.com/office/drawing/2014/main" id="{39816284-7E07-A6EE-897D-C44B709803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948064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27361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5076</Words>
  <Application>Microsoft Office PowerPoint</Application>
  <PresentationFormat>Widescreen</PresentationFormat>
  <Paragraphs>421</Paragraphs>
  <Slides>57</Slides>
  <Notes>34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57</vt:i4>
      </vt:variant>
    </vt:vector>
  </HeadingPairs>
  <TitlesOfParts>
    <vt:vector size="65" baseType="lpstr">
      <vt:lpstr>Aptos</vt:lpstr>
      <vt:lpstr>Aptos Display</vt:lpstr>
      <vt:lpstr>Arial</vt:lpstr>
      <vt:lpstr>Calibri</vt:lpstr>
      <vt:lpstr>Host Grotesk</vt:lpstr>
      <vt:lpstr>Roboto</vt:lpstr>
      <vt:lpstr>Wingdings</vt:lpstr>
      <vt:lpstr>Tema di Office</vt:lpstr>
      <vt:lpstr>OptiTour</vt:lpstr>
      <vt:lpstr>Il problema</vt:lpstr>
      <vt:lpstr>Funzionalità</vt:lpstr>
      <vt:lpstr>Iterazione #0</vt:lpstr>
      <vt:lpstr>Use Case</vt:lpstr>
      <vt:lpstr>Architettura del sistema: MVC</vt:lpstr>
      <vt:lpstr>Deployment diagram</vt:lpstr>
      <vt:lpstr>Iterazione #1</vt:lpstr>
      <vt:lpstr>Casi d’uso implementati</vt:lpstr>
      <vt:lpstr>Diagramma delle interfacce</vt:lpstr>
      <vt:lpstr>Class Diagram</vt:lpstr>
      <vt:lpstr>Deployment Diagram</vt:lpstr>
      <vt:lpstr>Component Diagram</vt:lpstr>
      <vt:lpstr>Algoritmo di ottimizzazione</vt:lpstr>
      <vt:lpstr>Algoritmo di ottimizzazione</vt:lpstr>
      <vt:lpstr>Algoritmo di ottimizzazione</vt:lpstr>
      <vt:lpstr>Testing</vt:lpstr>
      <vt:lpstr>CodeMR</vt:lpstr>
      <vt:lpstr>Junit</vt:lpstr>
      <vt:lpstr>Junit</vt:lpstr>
      <vt:lpstr>API esposte &amp; test in Postman</vt:lpstr>
      <vt:lpstr>Risultato 1° iterazione: login e registrazione</vt:lpstr>
      <vt:lpstr>Risultato 1° iterazione: homepage</vt:lpstr>
      <vt:lpstr>Presentazione standard di PowerPoint</vt:lpstr>
      <vt:lpstr>Risultato 1° iterazione: visualizzazione e gestione itinerari</vt:lpstr>
      <vt:lpstr>Iterazione #2</vt:lpstr>
      <vt:lpstr>Casi d’uso implementati</vt:lpstr>
      <vt:lpstr>Diagramma delle interfacce</vt:lpstr>
      <vt:lpstr>Class Diagram</vt:lpstr>
      <vt:lpstr>Deployment Diagram</vt:lpstr>
      <vt:lpstr>Component Diagram</vt:lpstr>
      <vt:lpstr>Algoritmo viaggio casuale</vt:lpstr>
      <vt:lpstr>Algoritmo viaggio casuale</vt:lpstr>
      <vt:lpstr>Algoritmo viaggio casuale</vt:lpstr>
      <vt:lpstr>CodeMR</vt:lpstr>
      <vt:lpstr>Junit</vt:lpstr>
      <vt:lpstr>Junit</vt:lpstr>
      <vt:lpstr>API esposte &amp; test in Postman</vt:lpstr>
      <vt:lpstr>Risultato 2° iterazione: viaggi preferiti e completati</vt:lpstr>
      <vt:lpstr>Risultato 2° iterazione: modifica tappe itinerario</vt:lpstr>
      <vt:lpstr>Risultato 2° iterazione: catalogo pubblico dei viaggi</vt:lpstr>
      <vt:lpstr>Risultato 2° iterazione: creazione itinerario casuale </vt:lpstr>
      <vt:lpstr>Iterazione #3</vt:lpstr>
      <vt:lpstr>Casi d’uso implementati</vt:lpstr>
      <vt:lpstr>Diagramma delle interfacce</vt:lpstr>
      <vt:lpstr>Class Diagram</vt:lpstr>
      <vt:lpstr>Deployment Diagram</vt:lpstr>
      <vt:lpstr>Component Diagram</vt:lpstr>
      <vt:lpstr>CodeMR</vt:lpstr>
      <vt:lpstr>CodeMR</vt:lpstr>
      <vt:lpstr>Junit</vt:lpstr>
      <vt:lpstr>Copertura finale test</vt:lpstr>
      <vt:lpstr>API esposte &amp; test in Postman</vt:lpstr>
      <vt:lpstr>Risultato 3° iterazione: gestione profilo utente</vt:lpstr>
      <vt:lpstr>Risultato 3° iterazione: GUI migliorata</vt:lpstr>
      <vt:lpstr>Risultato 3° iterazione: esportazione PDF</vt:lpstr>
      <vt:lpstr>Conclusioni e sviluppi futuri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PASSARELLA</dc:creator>
  <cp:lastModifiedBy>DAVIDE BRAMBILLA</cp:lastModifiedBy>
  <cp:revision>6</cp:revision>
  <dcterms:created xsi:type="dcterms:W3CDTF">2026-04-21T16:40:41Z</dcterms:created>
  <dcterms:modified xsi:type="dcterms:W3CDTF">2026-05-04T11:11:56Z</dcterms:modified>
</cp:coreProperties>
</file>